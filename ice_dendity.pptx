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01:42.449"/>
    </inkml:context>
    <inkml:brush xml:id="br0">
      <inkml:brushProperty name="width" value="0.5" units="cm"/>
      <inkml:brushProperty name="height" value="0.5" units="cm"/>
    </inkml:brush>
  </inkml:definitions>
  <inkml:trace contextRef="#ctx0" brushRef="#br0">243 107,'0'0,"0"0,0 0,0 0,0 0,0 0,0 0,0 0,0 0,0 0,0 0,0 0,0 0,0 0,0 0,0 0,30 30,-22-23,15 47,-21-49,87 126,13-16,-83-93,32 35,80 68,-57-51,64 64,-54-54,29 44,-44-53,14 48,-54-86,63 77,-85-105,92 88,-39-25,-44-53,15 19,-1 15,-5-15,-5-30,-4 8,-17-2,5-6,23 15,-23-19,-4-4,0 0,11-4,0 15,-7-7,2 2,34 18,-22-11,9 35,-12-28,46 5,-43-14,40 54,-51-58,77 62,-8-5,-61-52,21 18,19 16,-17-15,-16-17,39 16,-38-18,-1 22,-13-26,-3 14,-5-21,14 13,-15-14,0 0,0 0,30 0,-30 0,0 0,15 0,-10 0,5 16,-8-14,-4-4</inkml:trace>
  <inkml:trace contextRef="#ctx0" brushRef="#br0" timeOffset="1089">273 183,'0'0,"0"0,0 0,0 0,0 0,0 0,0 0,0 0,0 0,0-15,0 0,0 14,0-11,0 9,0-3,0-3,0 9</inkml:trace>
  <inkml:trace contextRef="#ctx0" brushRef="#br0" timeOffset="1819">1 1,'0'0,"0"0,0 0,0 0,0 0,0 0,0 0,0 0,0 0,0 0,0 0,0 0,0 0,30 0,-21 0,-3 15,-2-12,7 9,-9-10,27 11,-29-13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01:45.780"/>
    </inkml:context>
    <inkml:brush xml:id="br0">
      <inkml:brushProperty name="width" value="0.5" units="cm"/>
      <inkml:brushProperty name="height" value="0.5" units="cm"/>
    </inkml:brush>
  </inkml:definitions>
  <inkml:trace contextRef="#ctx0" brushRef="#br0">1340 0,'0'0,"0"0,0 0,0 0,0 0,0 0,0 0,0 0,0 0,0 0,0 0,0 0,0 15,0-15,-15 46,9-28,-49 70,29-42,-23 75,17-52,-58 89,-61 100,110-190,-55 152,81-187,-91 253,19-64,68-171,-25 61,12 33,0-34,3-9,-31 65,40-113,-21 28,30-57,-23 71,31-88,-40 91,31-52,9-34,-3 12,-3 11,2-10,14-22,-7 7,-31 39,23-34,1 13,5-22,-41 62,30-29,11-34,-10 27,8-21,-2 7,-18-23,12 11,9 2,-3-4,12 5,-6-7,0 9,0-10,0-4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15:02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1 324,'0'0,"0"0,0 0,0 0,0 0,0 0,0 0,0 0,0 0,0 0,0 0,0 0,15-15,-9 8,49-16,5-8,-37 20,45-8,-52 14,44-36,-51 36,43-20,-15 13,-29 9,11-3,-8-3,2 2,81-17,-51 12,141-36,-108 28,-152 40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15:03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0,'0'0,"0"0,0 0,0 0,0 0,0 0,0 0,0 0,0 16,0-10,30 79,-18-49,6 64,-5-43,20 23,12 71,-38-130,2 110,-9-131,45 136,-26-78,23-9,-17-6,86 20,-52-18,-118-90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15:05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0 842,'0'0,"0"0,0 0,0 0,0 0,0 0,0-15,40-25,-34 34,50-39,-37 30,13-11,103-70,62-55,-125 96,84-12,-105 40,80-52,-112 68,83-69,-15 6,-68 57,25-20,-88 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15:06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1,'0'0,"0"0,0 0,0 0,0 0,0 0,0 0,45 45,31 62,45 29,-90-102,135 129,-128-125,122 106,-151-135,148 149,-48-49,-81-81,30 30,-40-10,12-5,-60-86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15:07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1 738,'0'0,"0"0,0 0,0 0,0 0,0 0,0 0,0 0,15-15,-14 14,59-74,-35 44,26-29,-19 22,27-30,31-23,-51 53,29-30,-44 43,58-41,-67 53,46-50,-60 62,73-59,-42 35,-64 50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15:07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1098 420,'0'0,"0"0,0 0,0 0,0 0,0 0,0 0,-106-45,101 43,-142-42,9-2,94 32,-30-11,-64 4,52 3,20-9,7 9,-18-25,38 25,2 21,29-5,-44-11,50 12,-12-59,8 35,12 50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15:08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1622 1,'0'0,"0"0,0 0,0 0,0 0,0 0,-30 0,26 0,-83 45,-123 47,178-77,-70 29,-84 63,65-43,-47 24,48-25,-2 41,42-49,-37 57,-50 9,159-115,-60 94,68-100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15:09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1,'0'0,"0"0,0 0,0 0,0 0,0 0,0 15,16 76,-15-83,73 105,-7 20,-58-114,24 46,56 52,-40-43,8-12,-13-5,-13 8,-2-20,3 0,-20-27,22 101,-29-102,-10-34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15:10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763 0,'0'0,"0"0,0 0,0 0,0 0,0 0,0 0,0 0,0 0,0 0,0 0,0 0,-15 16,10-12,-51 67,46-58,-101 96,107-106,-174 130,73-28,74-73,-27 25,-6 7,15-15,7 23,8-25,68-94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15:11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505 601,'0'0,"0"0,0 0,0 0,0 0,0 0,0 0,0 0,0 0,0 0,0 0,0-30,0 28,-15-27,3 5,9 18,-3-7,-33-35,19 22,-6-8,7 8,-22-39,21 35,-36-31,43 46,-65-31,76 45,-57-59,12 37,33 16,-11-6,35 11,-16-4,-3-18,5 14,8 20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20:38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1,'0'0,"0"0,0 0,0 0,0 0,0 0,0 0,0 0,0 0,0 0,0 0,0 0,0 0,-16 15,-22 10,30-19,-12 7,-22 52,15-32,-8 12,-43 32,57-56,-20 51,31-56,-42 61,50-74,-43 88,45-91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20:39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1609 482,'0'0,"0"0,0 0,0 0,0 0,0 0,0 0,-15-16,11 13,-101-25,98 26,-188-27,9-21,140 38,-187-19,133 18,14-36,8 23,-15 5,43 8,-40-51,70 53,-84-25,7-6,85 37,-35-7,32 9,-11-4,37-2,-11 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20:40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1,'0'0,"0"0,0 0,0 0,0 0,0 0,0 0,0 0,0 0,0 0,0 0,0 0,0 0,0 0,0 0,0 0,0 0,0 0,0 15,0 12,0-23,0 10,0 50,-31 29,16-48,14 3,-4-18,-5 2,7-21,6 56,-3-62,0 83,0-88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20:41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1258 1,'0'0,"0"0,0 0,0 0,0 0,0 0,0 0,0 0,0 0,0 0,0 0,0 15,0-10,-31 21,25-20,-159 82,156-84,-199 131,37-25,124-80,-41 27,-10 57,19-42,-13-20,27-5,6 15,23-31,-5 0,29-22,-23 29,35-38,-16 15,16-15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20:43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1297 299,'0'0,"0"0,0 0,0 0,0 0,0 0,0 0,-16 0,10 0,-35-16,23 10,-41-19,38 17,-67-30,72 31,-92-33,-39-13,123 44,-49-18,-56 23,-57-27,93 15,47 16,-2-5,-29-5,50 6,-39 8,58-4,16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20:44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1,'0'0,"0"0,0 0,0 0,0 0,0 0,0 0,0 0,0 0,0 0,0 0,0 0,0 15,0-10,0 37,0-33,0 28,0-34,0 88,0-2,0-70,0 28,0-1,0-7,0-15,0-2,0 49,0-45,0-52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20:52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1011 1,'0'0,"0"0,0 0,0 0,0 0,0 0,0 0,0 0,0 0,0 0,0 31,0-18,-31 5,19-6,-85 69,67-55,-110 72,118-82,-143 92,21 11,118-98,-47 38,21 6,2-14,7 7,3-11,18-16,1-4,-4-8,13-8,8 9,3-18,2-4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20:53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0,'0'0,"0"0,0 0,0 0,0 0,0 0,0 0,0 16,0-10,31 34,-20-22,-7 11,-1-19,41 57,-40-59,54 78,8-20,-55-55,21 21,14 29,-15-23,31 2,-21-6,11-6,-23-8,51 38,-58-42,80 14,-91-25,102 53,-41-22,-51-26,31 31,-26-20,8 6,-6-7,-2-1,-52-38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20:55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1,'0'0,"0"0,0 0,0 0,0 0,0 0,0 0,0 0,0 0,0 0,0 15,0 37,0-42,0 16,0 26,0-20,0 29,0-21,0-2,0-17,0 20,0-28,0-26</inkml:trace>
  <inkml:trace contextRef="#ctx0" brushRef="#br0" timeOffset="1591">249 109,'0'0,"0"0,0 0,0 0,0 0,0 0,0 0,0 0,0 0,0 16,0-10,0 19,0-12,0 36,0 29,0-50,-16 6,-15 43,29-72,4 37,-2-5,0-27,0 9,0-23,0 11,0-14</inkml:trace>
  <inkml:trace contextRef="#ctx0" brushRef="#br0" timeOffset="2263">78 249,'0'0,"0"0,0 0,0 0,0 0,0 0,0 0,0 0,0 0,0 47,0-36,0 40,0-42,-15 75,14-84,-14 109,-8-39,15-47,-5 17,10-18,3 40,0-43,0-38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20:59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1181,'0'0,"0"0,0 0,0 0,0 0,0 0,0 0,0 0,0 0,0 0,0 0,0 0,31-16,-24 13,17-56,-20 52,85-48,-88 55,76-93,-44 54,43-31,-32 26,36-20,44-29,-76 57,28-6,-53 28,78-50,-87 56,65-30,-1-14,-62 42,23-17,-1 23,-5-10,-19-4,5 5,-23-5,4 18,0 0,31-15,-28 14,10-14,36 3,-36 9,12-4,12-17,-11 11,26-21,-26 18,10 1,-16 5,22-11,-33 16,28-5,-35 9,12-30,-8 19,19 9,-10-13,-8 10,-14-3,7 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21:00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0,'0'0,"0"0,0 0,0 0,0 0,0 0,0 0,0 0,0 0,0 0,0 0,0 0,0 0,0 0,0 0,0 0,0 0,0 0,0 0,0 0,0 0,0 0,31 16,-18-10,-11 4,5-4,33 19,-9 21,-19-28,7-5,-14-8,5 21,-8-23,27 10,-16 11,-10-17,28 3,-16-5,6 2,-10 17,1-12,38 39,-34-35,14 14,-24-24,-12-12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21:01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1710,'0'0,"0"0,0 0,0 0,0 0,0 0,0 0,0 0,0 0,0 0,0 0,0 0,0-16,0 10,0-65,0-53,0 105,0-102,0-24,0 119,0-46,0-27,0 28,-16-44,10 35,-34 5,24-50,12 94,-23-46,24 65,6-69,-3 8,0 52,0-17,0 14,0-3,31-8,-18 9,-10-10,43-10,-37 37,-18 2,9 6,0 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0:50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128 795,'0'0,"0"0,0 0,0 0,0 0,0 15,0-9,0 64,0-38,-30 72,15 78,-1 31,16 60,0-270,-30 266,17-154,11 28,-4-38,-3 48,3-47,12-45,-6 2,0-5,0-27,0 29,0-47,0 5,0-18,0 45,0-26,0-23,0 11,0-7,0 0,0 0,0 0,0 0,0 0,0 0,0 0,30-22,70-28,-79 39,30-14,126 5,-85 1,43-38,-37 24,1-10,83-33,-147 62,142-63,-168 74,164-69,-96 40,-154 64</inkml:trace>
  <inkml:trace contextRef="#ctx0" brushRef="#br0" timeOffset="1720">2296 1144,'0'0,"0"0,0 0,0 0,0 0,0 0,0 0,0 0,15 15,-11-11,38 68,-35-60,46 97,-52-107,74 132,-43-76,42 36,108 88,-105-105,74 13,-64-26,68 39,-102-67,76 64,-113-88,104 82,-31-30,-71-52,26 20,-28-18,30 1,-26-9,5 3,-11-5,-13-8,3 4,-8-30,4 27,0-85,0 51,46-321,14-263,-35 366,-19 9,3 102,27-76,-28 155,-1-143,-6 205,29-146,-19 92,-7 39,2-14,3 33,-3-13,-12 9,6-3,0 12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0:53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1137 3413,'0'0,"0"0,0 0,0 0,0 0,0 0,0 0,0 0,0-30,0 28,31-87,3-4,-23 64,9-24,36-30,-25 26,29-53,-22 41,30 1,-44 37,43-59,-53 72,78-85,-89 100,70-100,-43 60,31-21,-22 19,-17-1,3 8,-20 1,5 10,25-53,11-11,-41 82,20-57,0 29,-19 28,7-11,-11-20,4 14,3 21,-3-7,18-6,-15 9,-3 3,-3 3,-6-25,3 28,0 0,0 0,0 0,0 0,0 0,0 0,0 0,0 0,15 0,-11 0,23 0,-23 0,22 46,-25-45,44 59,-26-35,22 56,-16-38,56 35,-35-26,30 63,-35-59,54 39,-65-62,92 71,-106-89,89 91,-31-44,-57-48,21 18,-15-34,2 15,-5 5,-1-6,-23-9,9 1,21-8,-21 4,-10 0</inkml:trace>
  <inkml:trace contextRef="#ctx0" brushRef="#br0" timeOffset="1684">1334 1,'0'0,"0"0,0 0,0 0,0 0,0 0,0 0,0 0,0 0,0 0,-15 30,9-18,-48 82,38-66,-90 126,91-130,-197 180,-3 11,187-188,-146 148,121-122,-43 43,10-10,9-9,33-18,-32 32,59-70,-11 4,21-19,-2 18,9-24,0 30,0-17,0-10,0 3,16-12,-10 6,63 0,-48 0,80 0,-83 0,130 15,-139-14,134 28,-35-17,-80-9,28 3,10 34,55-25,-66-8,11 1,-27-3,104 5,-109-7,220 9,-235-11,-38-2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0:56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0,'0'0,"0"0,0 0,0 0,0 0,0 0,0 0,0 0,0 0,0 0,0 0,15 0,-9 0,109 0,-65 0,112 0,-71 0,31 15,-39-9,16 19,-46-17,60-1,-93-5,97 11,-10 14,-93-24,39 10,0 5,-9-6,-12 36,-1-23,-1-4,-7-4,-1-4,-11-6,8 1,-15-6,-8 11,4 27,0-34,0 13,-30 68,18-44,-21 51,13-36,-21 65,-50 59,72-144,-114 76,8 26,114-128,-88 136,77-114,-30 44,104-156</inkml:trace>
  <inkml:trace contextRef="#ctx0" brushRef="#br0" timeOffset="1338">3730 394,'0'0,"0"0,-45 0,26 0,-53 0,40 0,-88 0,92 0,-80 16,99-16,-149 30,6 28,107-40,-39 14,-59 42,46-29,-64 16,70-24,-46 17,75-29,-42 26,79-40,-87 38,61-23,42-21,-17 7,6 6,1-5,23-11,-10 5,-3-14,3 7,6 0,0 0,21 0,-20 0,59 0,3 38,-51-30,92 23,-56-17,13 5,-1 53,-15-38,47 54,-62-62,76 84,-78-82,111 81,-130-102,164 92,-34-18,-96-56,32 19,16-12,-21-1,-3-17,-19 2,25 29,-43-30,-60-30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1:05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0,'0'0,"0"0,0 0,0 0,0 0,0 0,0 0,0 0,0 0,0 0,15 0,-10 0,51 0,50 31,-102-30,113 13,-48 9,-47-16,17 6,28-11,-23 4,-12 3,-2-3,1 19,14-10,-38-13,1 11,18-13,-21 0,-5 0,0 0,0 0,0 0,0 0,0 0,0 0,0 0,0 0,0 0,0 0,0 0,0 0,0 0,0 0,0 0,0 0,0 0,0 0,0 0,-31 30,30-28,-58 118,-13 48,53-124,-20 46,-44 78,33-62,-51 61,35-48,10-11,24-47,-11 45,31-81,-37 71,10-19,32-63,-15 9,14-15,-5 5,-19 4,13-4,38-26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1:25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1,'0'0,"0"0,0 0,0 0,0 0,0 0,0 0,0 0,0 0,0 0,0 0,0 0,31 0,-16 15,-11-10,52 35,-45-31,39 13,-48-21,57 43,-11-7,-36-28,14 10,-6-8,10 4,-20-10,26 5,-23-5,-11 6,0-9,26-4,-28 2,0 0,0 0,15 0,-8 0,1 0,-2 0,19 30,-13-18,-24-9,12 0,0 9,0-10,0 11,0-12,0 14,0 15,0-17,0 35,0-23,0 41,-46 40,36-83,-40 75,46-91,-53 123,-4-9,46-91,-16 33,-29 26,-1 2,36-53,20 15,-3-29,-29 28,29-39,16-26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33.188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0 1,'0'0,"0"0,0 0,0 0,0 0,0 0,0 0,0 0,0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34.387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1,'0'0,"0"0,0 0,0 0,0 0,0 0,0 0,0 0,0 0,0 0,0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35.102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0,'0'0,"0"0,0 0,0 0,0 0,0 0,0 0,0 0,0 0,0 0,0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35.752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0,'0'0,"0"0,0 0,0 0,0 0,0 0,0 0,0 0,30 0,-30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36.633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0 1,'0'0,"0"0,0 0,0 0,0 0,0 0,0 0,0 0,0 0,0 0,0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37.200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1,'0'0,"0"0,0 0,0 0,0 0,0 0,0 0,0 0,0 0,0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37.933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0,'0'0,"0"0,0 0,0 0,0 0,0 0,0 0,0 0,0 0,0 0,0 0,0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38.679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1,'0'0,"0"0,0 0,0 0,0 0,0 0,0 0,0 0,0 0,0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42.073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0 0,'0'0,"0"0,0 0,0 0,0 0,0 0,0 0,0 0,0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43.076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1,'0'0,"0"0,0 0,0 0,0 0,0 0,0 0,0 0,0 0,0 0,0 0,0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44.817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0 1,'0'0,"0"0,0 0,0 0,0 0,0 0,0 0,0 15,0-8,0-14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45.640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0 1,'0'0,"0"0,0 0,0 0,0 0,0 0,0 0,0 0,0 0,0 0,0 0,0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46.634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1,'0'0,"0"0,0 0,0 0,0 0,0 0,0 0,0 0,0 0,0 0,0 0,0 0,0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47.269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1,'0'0,"0"0,0 0,0 0,0 0,0 0,0 0,0 0,0 0,0 0,0 0,0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48.827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1,'0'0,"0"0,0 0,0 0,0 0,0 0,0 0,0 0,0 0,0 0,0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50.157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0,'0'0,"0"0,0 0,0 0,0 0,0 0,0 0,0 0,0 0,0 0,0 0,0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50.974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1,'0'0,"0"0,0 0,0 0,0 0,0 0,0 0,0 0,0 0,0 0,0 0,0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4:51.455"/>
    </inkml:context>
    <inkml:brush xml:id="br0">
      <inkml:brushProperty name="width" value="0.5" units="cm"/>
      <inkml:brushProperty name="height" value="0.5" units="cm"/>
      <inkml:brushProperty name="color" value="#FF1600"/>
    </inkml:brush>
  </inkml:definitions>
  <inkml:trace contextRef="#ctx0" brushRef="#br0">1 0,'0'0,"0"0,0 0,0 0,0 0,0 0,0 0,0 0,0 0,0 0,0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5:39.410"/>
    </inkml:context>
    <inkml:brush xml:id="br0">
      <inkml:brushProperty name="width" value="0.07" units="cm"/>
      <inkml:brushProperty name="height" value="0.07" units="cm"/>
    </inkml:brush>
  </inkml:definitions>
  <inkml:trace contextRef="#ctx0" brushRef="#br0">1 0,'0'0,"0"0,0 0,0 0,0 0,0 0,0 0,0 0,0 0,0 15,0-9,45 34,-33-29,6 54,42 24,-59-87,37 87,-30-72,10 27,24 3,-16-9,9 15,-10-15,26 15,-23-20,35 10,-43-26,35 11,-48-24,47 53,-17-20,-28-29,9 11,-6-7,0 0,21 21,-16-16,12 12,-14-14,-30-30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5:42.266"/>
    </inkml:context>
    <inkml:brush xml:id="br0">
      <inkml:brushProperty name="width" value="0.07" units="cm"/>
      <inkml:brushProperty name="height" value="0.07" units="cm"/>
    </inkml:brush>
  </inkml:definitions>
  <inkml:trace contextRef="#ctx0" brushRef="#br0">0 1422,'0'0,"0"0,0 0,0 0,0-15,0 12,0-70,0 65,0-90,0-18,0 95,0-36,0-37,0-104,0 120,0-56,0 65,0-29,0 66,0-103,0 130,0-96,12 52,-9 38,4-15,-14 52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5:43.162"/>
    </inkml:context>
    <inkml:brush xml:id="br0">
      <inkml:brushProperty name="width" value="0.07" units="cm"/>
      <inkml:brushProperty name="height" value="0.07" units="cm"/>
    </inkml:brush>
  </inkml:definitions>
  <inkml:trace contextRef="#ctx0" brushRef="#br0">959 655,'0'0,"0"0,0 0,0 0,0 0,0 0,0 0,0 0,-30-15,28 15,-27-60,-20 11,38 37,-15-14,-70-54,-70-26,-1 15,46 30,106 54,-76-47,88 53,-85-28,50 17,30-21,-10 14,36 38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5:43.868"/>
    </inkml:context>
    <inkml:brush xml:id="br0">
      <inkml:brushProperty name="width" value="0.07" units="cm"/>
      <inkml:brushProperty name="height" value="0.07" units="cm"/>
    </inkml:brush>
  </inkml:definitions>
  <inkml:trace contextRef="#ctx0" brushRef="#br0">787 1,'0'0,"0"0,0 0,0 0,0 0,0 0,0 0,0 0,0 15,0-12,-16 40,15-40,-58 69,-66 53,98-98,-35 35,-58 43,44-35,-30 42,30-36,31 0,6-28,17 25,9-47,26-52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5:44.789"/>
    </inkml:context>
    <inkml:brush xml:id="br0">
      <inkml:brushProperty name="width" value="0.07" units="cm"/>
      <inkml:brushProperty name="height" value="0.07" units="cm"/>
    </inkml:brush>
  </inkml:definitions>
  <inkml:trace contextRef="#ctx0" brushRef="#br0">0 1,'0'0,"0"0,0 0,0 0,0 0,0 0,0 0,0 0,0 0,0 30,0-18,46 82,-27-48,-23 105,10-74,-12 59,6-87,0 68,0-90,0 98,0-121,0-8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06.484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0,'0'0,"0"0,0 0,0 0,0 0,0 0,0 0,0 0,0 0,0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07.117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1,'0'0,"0"0,0 0,0 0,0 0,0 0,0 0,0 0,0 0,0 0,0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07.552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1,'0'0,"0"0,0 0,0 0,0 0,0 0,0 0,0 0,0 0,0 0,0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08.107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0,'0'0,"0"0,0 0,0 0,0 0,0 0,0 0,0 0,0 0,0 0,0 0,0 0,0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08.602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0,'0'0,"0"0,0 0,0 0,0 0,0 0,0 0,0 0,76 0,-76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09.049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1,'0'0,"0"0,0 0,0 0,0 0,0 0,0 0,0 0,0 0,0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09.617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1,'0'0,"0"0,0 0,0 0,0 0,0 0,0 0,0 0,0 0,0 0,0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10.079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1,'0'0,"0"0,0 0,0 0,0 0,0 0,0 0,0 0,0 0,0 0,0 0,0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10.481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1,'0'0,"0"0,0 0,0 0,0 0,0 0,0 0,0 0,0 0,0 0,0 0,0 0,0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10.959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0,'0'0,"0"0,0 0,0 0,0 0,0 0,0 0,0 0,0 0,0 0,0 0,0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11.345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0,'0'0,"0"0,0 0,0 0,0 0,0 0,0 0,0 0,0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12.197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1,'0'0,"0"0,0 0,0 0,0 0,0 0,0 0,0 0,0 0,0 0,0 0,0 0,0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12.812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0,'0'0,"0"0,0 0,0 0,0 0,0 0,0 0,0 0,30 0,-18 0,-24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13.392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0,'0'0,"0"0,0 0,0 0,0 0,0 0,0 0,0 0,0 0,0 0,0 0,0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15.759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0,'0'0,"0"0,0 0,0 0,0 0,0 0,0 0,0 0,0 0,0 0,0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16.517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0,'0'0,"0"0,0 0,0 0,0 0,0 0,0 0,0 0,0 0,0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20.011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1,'0'0,"0"0,0 0,0 0,0 0,0 0,0 0,0 0,0 0,0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21.542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1,'0'0,"0"0,0 0,0 0,0 0,0 0,0 0,0 0,0 0,0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22.954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1,'0'0,"0"0,0 0,0 0,0 0,0 0,0 0,0 0,0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23.891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1,'0'0,"0"0,0 0,0 0,0 0,0 0,0 0,0 0,0 0,0 0,0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25.899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0,'0'0,"0"0,0 0,0 0,0 0,0 0,0 0,0 0,0 0,0 0,0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26.630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0,'0'0,"0"0,0 0,0 0,0 0,0 0,0 0,0 0,0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27.295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0,'0'0,"0"0,0 0,0 0,0 0,0 0,0 0,0 0,0 0,0 0,0 31,0-31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28.909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0,'0'0,"0"0,0 0,0 0,0 0,0 0,0 0,0 0,0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29.955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0,'0'0,"0"0,0 0,0 0,0 0,0 0,0 0,0 0,0 0,0 0,0 0,0 0,0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31.408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0,'0'0,"0"0,0 0,0 0,0 0,0 0,0 0,0 0,0 0,0 0,0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33.302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0,'0'0,"0"0,0 0,0 0,0 0,0 0,0 0,0 0,0 0,0 0,0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38.852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1,'0'0,"0"0,0 0,0 0,0 0,0 0,0 0,0 0,0 0,0 0,0 0,0 0,0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41.208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1,'0'0,"0"0,0 0,0 0,0 0,0 0,0 0,0 0,0 0,0 0,0 0,0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43.551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1,'0'0,"0"0,0 0,0 0,0 0,0 0,0 0,0 0,0 0,0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58.173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0,'0'0,"0"0,0 0,0 0,0 0,0 0,0 0,0 0,0 0,0 0,0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6:59.754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1 0,'0'0,"0"0,0 0,0 0,0 0,0 0,0 0,0 0,15 0,-15 0,121 16,-121-16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7:01.568"/>
    </inkml:context>
    <inkml:brush xml:id="br0">
      <inkml:brushProperty name="width" value="0.5" units="cm"/>
      <inkml:brushProperty name="height" value="0.5" units="cm"/>
      <inkml:brushProperty name="color" value="#84847F"/>
    </inkml:brush>
  </inkml:definitions>
  <inkml:trace contextRef="#ctx0" brushRef="#br0">0 0,'0'0,"0"0,0 0,0 0,0 0,0 0,0 0,0 0,0 0,0 0,0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7:32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900 0,'0'0,"0"0,0 0,0 0,0 0,0 0,0 0,0 0,0 0,0 0,0 0,0 0,0 0,0 0,0 0,-45 0,26 0,-23 0,16 0,-54 0,37 0,-35 16,48-13,-77 24,89-23,-70 37,86-40,-87 29,52-18,13-9,-1 3,5 3,1-3,-8 3,13-4,-2 36,9-30,-31 23,33-29,10-10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7:40.479"/>
    </inkml:context>
    <inkml:brush xml:id="br0">
      <inkml:brushProperty name="width" value="0.07" units="cm"/>
      <inkml:brushProperty name="height" value="0.07" units="cm"/>
    </inkml:brush>
  </inkml:definitions>
  <inkml:trace contextRef="#ctx0" brushRef="#br0">0 0,'0'0,"0"0,0 0,0 0,0 0,0 0,0 0,0 0,0 15,0-9,0 34,0-29,0 84,0-84,31 160,-19-1,-9-128,3 49,-12 31,6-35,0 23,0-26,0 14,0-45,0 30,0-54,0-58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7:42.009"/>
    </inkml:context>
    <inkml:brush xml:id="br0">
      <inkml:brushProperty name="width" value="0.07" units="cm"/>
      <inkml:brushProperty name="height" value="0.07" units="cm"/>
    </inkml:brush>
  </inkml:definitions>
  <inkml:trace contextRef="#ctx0" brushRef="#br0">0 1,'0'0,"0"0,0 0,0 0,0 0,0 0,0 30,27 37,-24-58,10 23,5 42,-6-31,21 35,-14-26,23 33,-20-34,1 50,-11-63,-24-76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7:43.537"/>
    </inkml:context>
    <inkml:brush xml:id="br0">
      <inkml:brushProperty name="width" value="0.07" units="cm"/>
      <inkml:brushProperty name="height" value="0.07" units="cm"/>
    </inkml:brush>
  </inkml:definitions>
  <inkml:trace contextRef="#ctx0" brushRef="#br0">0 683,'0'0,"0"0,0 0,0 0,0 0,0 0,0 0,0 0,0 0,0-30,12 6,-8 18,3-10,1-14,22-46,-16 41,-13-6,4 20,36-18,-33 28,-1-54,-6 61,43-53,-20-2,-17 42,6-15,19-11,14-3,-28 27,-21 8,3 11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7:47.380"/>
    </inkml:context>
    <inkml:brush xml:id="br0">
      <inkml:brushProperty name="width" value="0.07" units="cm"/>
      <inkml:brushProperty name="height" value="0.07" units="cm"/>
    </inkml:brush>
  </inkml:definitions>
  <inkml:trace contextRef="#ctx0" brushRef="#br0">708 1984,'0'0,"0"0,0 0,0 0,0 0,0-15,0 9,0-18,0 11,0-35,0 27,0-19,0-51,0 77,0-63,0 1,0 61,0-23,0-30,0 23,0-31,0 27,0-24,0 41,0-72,0 74,-15-61,13 80,4-85,-2 19,0 63,0-24,0 16,0-3,0 4,0 6,0 10,0-5,0 7,0 6</inkml:trace>
  <inkml:trace contextRef="#ctx0" brushRef="#br0" timeOffset="824">753 528,'0'0,"0"0,0 0,0 0,0 0,0 0,0 0,0 0,0 0,0-15,0 13,0-26,-37-22,29 39,-11-14,-23-11,-49-39,54 43,-78-27,-21-2,111 50,-56-39,71 45,-56-20,19 1,33 18,-11-7,50 26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7:45.314"/>
    </inkml:context>
    <inkml:brush xml:id="br0">
      <inkml:brushProperty name="width" value="0.07" units="cm"/>
      <inkml:brushProperty name="height" value="0.07" units="cm"/>
    </inkml:brush>
  </inkml:definitions>
  <inkml:trace contextRef="#ctx0" brushRef="#br0">76 435,'0'0,"0"0,0 0,0 0,0 0,0 0,0 0,0 0,0 0,0 0,0 0,0 0,0 0,0 0,0 0,0 0,0 0,0 0,0 0,0 0,0-15,0 9,0-18,0 12,0-37,0 34,0-30,0 40,-15-66,-10 21,20 39,-8-15,11-9,-5 11,-2 18,9-24,0 19,0 22</inkml:trace>
  <inkml:trace contextRef="#ctx0" brushRef="#br0" timeOffset="1186">122 390,'0'0,"0"0,0 0,0 0,0 0,0 0,0 0,0 0,0 0,15 0,-8 0,62 15,-44-10,71 5,-69-6,67 38,-85-39,149 24,-59-2,-77-20,31 9,1 3,-11-5,-11 21,-1-14,-1-7,-13-4,27 14,-32-16,21 33,-30-36,40 25,-25-16,-21-9,9 3,3 3,-2-2,-7-7,23-7,-15 7,-8 0,0 0,7 0,-7 0,16 0,-10 0,-6 0,0 0,0 0,0 0,0 0,0 0,24 0,-22 0,-4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5:35.179"/>
    </inkml:context>
    <inkml:brush xml:id="br0">
      <inkml:brushProperty name="width" value="0.07" units="cm"/>
      <inkml:brushProperty name="height" value="0.07" units="cm"/>
    </inkml:brush>
  </inkml:definitions>
  <inkml:trace contextRef="#ctx0" brushRef="#br0">850 668,'0'0,"0"0,0 0,0 0,0 0,0 0,0-16,0-29,0 25,0-36,0 39,0-72,0 73,0-89,24-20,-18 98,6-35,-24 18,12-1,0 90</inkml:trace>
  <inkml:trace contextRef="#ctx0" brushRef="#br0" timeOffset="2778">2047 1729,'0'0,"0"0,0 0,0 0,0 0,0 0,0 0,0 0,0 0,0 0,0 0,0 0,0 0,0 0,0 0,0 0,0 0,0 0,0 0,0 0,31 0,-29 0,71-15,-9-11,-52 22,21-9,-5 10,-3-3,10 12,-9-6,9-30,-18 22,27 16,-33-8,38-15,-44 14,51-13,16-10,-53 17,19-5,-15 9,2-3,10-33,-15 24,-9 15,-4-4,31-8,-32 11,34-13,-14 1,-22 11,31-33,-25 25,10-10,-40 40</inkml:trace>
  <inkml:trace contextRef="#ctx0" brushRef="#br0" timeOffset="139717">1 1395,'0'0,"0"0,0 0,0 0,0 0,0 0,0 0,0 0,0 0,0 0,15 0,-14 0,58-15,29-10,-70 20,26-8,-12-35,74-12,-61 34,17-24,-28 25,7-11,-28 26,35-56,-45 63,55-54,-23 21,-25 26,9-8,8-9,-8 7,-8-6,1 8,37 6,-31 3,9-13,-19 17,-16 10</inkml:trace>
  <inkml:trace contextRef="#ctx0" brushRef="#br0" timeOffset="140682">1153 1213,'0'0,"0"0,0 0,0 0,0 0,0 0,0 0,0 0,0 0,0 0,0 0,30 0,-30 0,61 16,-3 19,-41-25,15 9,58 38,-42-27,25 31,-23-23,21 0,-37-17,38 64,-60-74,83 99,-36-26,-43-62,28 33,-27-34,11 15,-56-72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7:57.178"/>
    </inkml:context>
    <inkml:brush xml:id="br0">
      <inkml:brushProperty name="width" value="0.07" units="cm"/>
      <inkml:brushProperty name="height" value="0.07" units="cm"/>
    </inkml:brush>
  </inkml:definitions>
  <inkml:trace contextRef="#ctx0" brushRef="#br0">0 1,'0'0,"0"0,0 0,0 0,0 0,0 0,0 0,0 0,0 0,0 0,0 0,0 0,0 0,0 15,0-8,0 47,0-35,0 68,0-62,0 102,0-110,0 117,0 14,0-114,0 42,0 0,0 60,0-82,15 59,-9-53,-12-120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8:25.705"/>
    </inkml:context>
    <inkml:brush xml:id="br0">
      <inkml:brushProperty name="width" value="0.07004" units="cm"/>
      <inkml:brushProperty name="height" value="0.07004" units="cm"/>
    </inkml:brush>
  </inkml:definitions>
  <inkml:trace contextRef="#ctx0" brushRef="#br0">426 1689,'0'0,"0"0,0 0,0 0,0 0,0 0,0 0,0 0,0-35,0 20,0-23,0 16,-18-61,1-39,11 83,-41-62,37 73,-32-102,38 120,-62-190,11 50,40 107,-16-40,27-9,-11 17,-23-7,16 14,27 31,-40-51,29 75,12-44,-6 55,0-31,0 15,0 11,0-3,0 3,0 7,0 0,0 0,0 0,0 0,0 0,0 0,0 0,35 7,-21-7,-11 0,5 0,37 0,-24 0,28 17,-26-11,41 6,-45-8,85 27,-95-28,87 47,6-21,-82-23,30 8,-12-11,-1 5,48 2,-36-3,25 21,-31-16,-86-24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8:28.043"/>
    </inkml:context>
    <inkml:brush xml:id="br0">
      <inkml:brushProperty name="width" value="0.07004" units="cm"/>
      <inkml:brushProperty name="height" value="0.07004" units="cm"/>
    </inkml:brush>
  </inkml:definitions>
  <inkml:trace contextRef="#ctx0" brushRef="#br0">0 319,'0'0,"0"0,0 0,0 0,0 0,0 0,0 0,0 0,0 0,35 35,-20-20,5 5,-5-4,23 21,-18-16,30 28,-30-29,30 30,-40-40,50 85,-59-94,50 103,-24-25,-19-53,7 19,40-2,-27-8,-3 17,-6-19,14 22,-15-3,-17-48,33 10,-34 0,0-11,0 5,17-16,-17 8,0 0,0 0,0 0,0 0,0 0,18 0,-17 0,-1 0,0 0,34 0,-20 0,-14 0,0 0,3 0,4 0,-7 0,0 0,0 0,0 0,0 0,0 0,0 0,0 0,0 0,0 0,0 0,0 0,0 0,0 0,0 0,0 0,0 0,0 0,0 0,0 0,0 0,0 0,0 0,0 0,0 0,0 0,0 0,46-17,-43 16,81-33,12-7,-69 29,23-9,75-63,-52 40,29-34,-39 33,31-50,-44 50,40-51,-65 72,73-92,-97 115,85-138,-8 49,-50 58,15-19,-16 14,8-15,-22 32,26-13,-29 23,-2-15,-6 21,-4 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8:48.409"/>
    </inkml:context>
    <inkml:brush xml:id="br0">
      <inkml:brushProperty name="width" value="0.50028" units="cm"/>
      <inkml:brushProperty name="height" value="0.50028" units="cm"/>
      <inkml:brushProperty name="color" value="#FF1600"/>
    </inkml:brush>
  </inkml:definitions>
  <inkml:trace contextRef="#ctx0" brushRef="#br0">1 1,'0'0,"0"0,0 0,0 0,0 0,0 0,0 0,0 0,0 0,0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8:49.593"/>
    </inkml:context>
    <inkml:brush xml:id="br0">
      <inkml:brushProperty name="width" value="0.50028" units="cm"/>
      <inkml:brushProperty name="height" value="0.50028" units="cm"/>
      <inkml:brushProperty name="color" value="#FF1600"/>
    </inkml:brush>
  </inkml:definitions>
  <inkml:trace contextRef="#ctx0" brushRef="#br0">0 0,'0'0,"0"0,0 0,0 0,0 0,0 0,0 0,0 0,0 0,0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8:59.872"/>
    </inkml:context>
    <inkml:brush xml:id="br0">
      <inkml:brushProperty name="width" value="0.50028" units="cm"/>
      <inkml:brushProperty name="height" value="0.50028" units="cm"/>
      <inkml:brushProperty name="color" value="#82827D"/>
    </inkml:brush>
  </inkml:definitions>
  <inkml:trace contextRef="#ctx0" brushRef="#br0">1 0,'0'0,"0"0,0 0,0 0,0 0,0 0,0 0,0 0,0 0,0 0,17 18,-9-10,-16-16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9:00.616"/>
    </inkml:context>
    <inkml:brush xml:id="br0">
      <inkml:brushProperty name="width" value="0.50028" units="cm"/>
      <inkml:brushProperty name="height" value="0.50028" units="cm"/>
      <inkml:brushProperty name="color" value="#82827D"/>
    </inkml:brush>
  </inkml:definitions>
  <inkml:trace contextRef="#ctx0" brushRef="#br0">0 0,'0'0,"0"0,0 0,0 0,0 0,0 0,0 0,0 0,0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9:01.418"/>
    </inkml:context>
    <inkml:brush xml:id="br0">
      <inkml:brushProperty name="width" value="0.50028" units="cm"/>
      <inkml:brushProperty name="height" value="0.50028" units="cm"/>
      <inkml:brushProperty name="color" value="#82827D"/>
    </inkml:brush>
  </inkml:definitions>
  <inkml:trace contextRef="#ctx0" brushRef="#br0">1 1,'0'0,"0"0,0 0,0 0,0 0,0 0,0 0,0 0,0 0,0 0,0 0,0 0,0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3T02:39:02.188"/>
    </inkml:context>
    <inkml:brush xml:id="br0">
      <inkml:brushProperty name="width" value="0.50028" units="cm"/>
      <inkml:brushProperty name="height" value="0.50028" units="cm"/>
      <inkml:brushProperty name="color" value="#82827D"/>
    </inkml:brush>
  </inkml:definitions>
  <inkml:trace contextRef="#ctx0" brushRef="#br0">1 1,'0'0,"0"0,0 0,0 0,0 0,0 0,0 0,0 0,0 0,0 0,0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9A8BE-F992-7954-29EF-81BB09030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973A1-5782-4F79-B35E-74177F0FB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9E212-347D-A66B-EEBD-1915E5238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8FF4-00AF-FB42-8A33-13814628504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05A68-1285-4244-91BE-EF69185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00B07-687B-3514-C524-011836CB6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6F14-073D-074B-9940-44A68EF70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0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AF74-1407-5DF2-A19C-0BE86E7F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C9C1B-ED60-7E78-8FDD-EBE81D72B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1AF5C-099E-EA84-7088-A2DFC322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8FF4-00AF-FB42-8A33-13814628504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2338C-D15A-A509-7684-C9977DE0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CA423-B393-5B26-B305-CF979FFF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6F14-073D-074B-9940-44A68EF70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9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649F-D108-AF7E-4DE1-38783AFF6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D25B8-6092-2E03-55BC-4E0DC16E1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7217E-5A57-4DC1-1C16-4363B781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8FF4-00AF-FB42-8A33-13814628504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67E1-5FBC-E22E-ECAC-32B0E05A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20AAC-B1F4-0BB4-7587-D67810F9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6F14-073D-074B-9940-44A68EF70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C155D-F53D-61CD-1F34-963D60201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8DCEC-F211-9174-1F75-D66CD7136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21777-E836-B646-7160-4F62FEB4A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55628-4CEC-6297-0A22-EF55C1D0C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8FF4-00AF-FB42-8A33-13814628504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DF43A-D504-7C45-33EF-F0EBC1C7E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7C6F6-27AF-62CE-96FE-A2183222A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6F14-073D-074B-9940-44A68EF70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89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5ED3-0289-CCAD-C747-93274C8D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B1250-36A0-460D-D6D9-0BB90CB16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55F3C-1DB4-99B5-1E4F-095B772B1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0647BF-3F44-8D2F-F3EA-24525F18E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78779D-C2F7-66C2-737D-17D4017CC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FF2D7-6F37-7B87-5867-19C8F781A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8FF4-00AF-FB42-8A33-13814628504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055563-B9B3-6D78-A2A3-25063B2BB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2D74FB-A713-595E-6E27-B6F1696A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6F14-073D-074B-9940-44A68EF70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88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F765C-0954-19B3-B1E0-260F9B79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3A894-E159-7EE1-0BF8-9CD8BB87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8FF4-00AF-FB42-8A33-13814628504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567F7-CB98-72A5-30AD-D9BEFA9F2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8D43D-8A96-DDC0-590E-382161BA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6F14-073D-074B-9940-44A68EF70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7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5546B6-FAF0-33DD-176D-161E53C29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8FF4-00AF-FB42-8A33-13814628504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83B581-EE84-3B2E-08B0-06807FD6B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08D22-4B84-7E1B-A0D2-E5201ED2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6F14-073D-074B-9940-44A68EF70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4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F1753-D0B9-BC87-ABF4-A1A9234B8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56A89-6A71-E7FD-8A93-0C1C564DE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0D10A-B881-4532-50BF-3AF24C790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DB288-E279-9CE2-DB16-A420B82B0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8FF4-00AF-FB42-8A33-13814628504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541EB-A75E-1E51-CDF3-B5FC0D7AC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8D13E-52FE-5B05-E26B-F236EC830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6F14-073D-074B-9940-44A68EF70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12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911D-CDAF-8043-95F2-49E170A7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FB3AA-83A6-0C73-A4D4-D96F8FBC4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A7027-A326-8D07-073E-1C71E42E3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84A39-86EB-2B8D-44CB-E008367BD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8FF4-00AF-FB42-8A33-13814628504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0B9B3-33FF-0CFB-6C08-570C6401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B3007-1C93-A69F-661B-909D667A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6F14-073D-074B-9940-44A68EF70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79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AFEAD-266F-9078-FD41-4113BED8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725E6A-DBAF-5432-BEC3-9AAC0768F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21A0E-D581-A7DA-88A2-C0DCFF16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8FF4-00AF-FB42-8A33-13814628504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0A5D6-B8E9-7B1B-2372-BC59BD140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FA524-00B4-5253-F699-5A9E829CB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6F14-073D-074B-9940-44A68EF70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1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DBF8E3-2A07-251B-A35A-1CEC338CE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DBF75-36BD-C5A6-9E94-E1C9BC926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E504C-EFC9-6093-0712-618809330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8FF4-00AF-FB42-8A33-13814628504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4C354-405C-DB72-974A-D767BFCE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FBFE5-1856-5BB4-1CF6-2CB7B8A2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A6F14-073D-074B-9940-44A68EF70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5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86445-E588-055A-9AF5-B85943DE7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B2DAD-0027-BB0D-3B36-764964AE6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2D6C5-57FA-F22F-B212-98452225B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D8FF4-00AF-FB42-8A33-13814628504C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6FC66-1885-E83E-5C2A-220264707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CE2BE-3DDB-719F-20D5-F474ED471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0A6F14-073D-074B-9940-44A68EF70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5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7" Type="http://schemas.openxmlformats.org/officeDocument/2006/relationships/image" Target="../media/image6.pn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6" Type="http://schemas.openxmlformats.org/officeDocument/2006/relationships/customXml" Target="../ink/ink2.xml" /><Relationship Id="rId5" Type="http://schemas.openxmlformats.org/officeDocument/2006/relationships/image" Target="../media/image5.png" /><Relationship Id="rId4" Type="http://schemas.openxmlformats.org/officeDocument/2006/relationships/customXml" Target="../ink/ink1.xml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 /><Relationship Id="rId13" Type="http://schemas.openxmlformats.org/officeDocument/2006/relationships/image" Target="../media/image11.png" /><Relationship Id="rId18" Type="http://schemas.openxmlformats.org/officeDocument/2006/relationships/customXml" Target="../ink/ink10.xml" /><Relationship Id="rId26" Type="http://schemas.openxmlformats.org/officeDocument/2006/relationships/customXml" Target="../ink/ink14.xml" /><Relationship Id="rId39" Type="http://schemas.openxmlformats.org/officeDocument/2006/relationships/image" Target="../media/image24.png" /><Relationship Id="rId3" Type="http://schemas.openxmlformats.org/officeDocument/2006/relationships/image" Target="../media/image4.jpeg" /><Relationship Id="rId21" Type="http://schemas.openxmlformats.org/officeDocument/2006/relationships/image" Target="../media/image15.png" /><Relationship Id="rId34" Type="http://schemas.openxmlformats.org/officeDocument/2006/relationships/customXml" Target="../ink/ink18.xml" /><Relationship Id="rId42" Type="http://schemas.openxmlformats.org/officeDocument/2006/relationships/customXml" Target="../ink/ink22.xml" /><Relationship Id="rId47" Type="http://schemas.openxmlformats.org/officeDocument/2006/relationships/image" Target="../media/image28.png" /><Relationship Id="rId7" Type="http://schemas.openxmlformats.org/officeDocument/2006/relationships/image" Target="../media/image8.png" /><Relationship Id="rId12" Type="http://schemas.openxmlformats.org/officeDocument/2006/relationships/customXml" Target="../ink/ink7.xml" /><Relationship Id="rId17" Type="http://schemas.openxmlformats.org/officeDocument/2006/relationships/image" Target="../media/image13.png" /><Relationship Id="rId25" Type="http://schemas.openxmlformats.org/officeDocument/2006/relationships/image" Target="../media/image17.png" /><Relationship Id="rId33" Type="http://schemas.openxmlformats.org/officeDocument/2006/relationships/image" Target="../media/image21.png" /><Relationship Id="rId38" Type="http://schemas.openxmlformats.org/officeDocument/2006/relationships/customXml" Target="../ink/ink20.xml" /><Relationship Id="rId46" Type="http://schemas.openxmlformats.org/officeDocument/2006/relationships/customXml" Target="../ink/ink24.xml" /><Relationship Id="rId2" Type="http://schemas.openxmlformats.org/officeDocument/2006/relationships/image" Target="../media/image3.jpeg" /><Relationship Id="rId16" Type="http://schemas.openxmlformats.org/officeDocument/2006/relationships/customXml" Target="../ink/ink9.xml" /><Relationship Id="rId20" Type="http://schemas.openxmlformats.org/officeDocument/2006/relationships/customXml" Target="../ink/ink11.xml" /><Relationship Id="rId29" Type="http://schemas.openxmlformats.org/officeDocument/2006/relationships/image" Target="../media/image19.png" /><Relationship Id="rId41" Type="http://schemas.openxmlformats.org/officeDocument/2006/relationships/image" Target="../media/image25.png" /><Relationship Id="rId1" Type="http://schemas.openxmlformats.org/officeDocument/2006/relationships/slideLayout" Target="../slideLayouts/slideLayout2.xml" /><Relationship Id="rId6" Type="http://schemas.openxmlformats.org/officeDocument/2006/relationships/customXml" Target="../ink/ink4.xml" /><Relationship Id="rId11" Type="http://schemas.openxmlformats.org/officeDocument/2006/relationships/image" Target="../media/image10.png" /><Relationship Id="rId24" Type="http://schemas.openxmlformats.org/officeDocument/2006/relationships/customXml" Target="../ink/ink13.xml" /><Relationship Id="rId32" Type="http://schemas.openxmlformats.org/officeDocument/2006/relationships/customXml" Target="../ink/ink17.xml" /><Relationship Id="rId37" Type="http://schemas.openxmlformats.org/officeDocument/2006/relationships/image" Target="../media/image23.png" /><Relationship Id="rId40" Type="http://schemas.openxmlformats.org/officeDocument/2006/relationships/customXml" Target="../ink/ink21.xml" /><Relationship Id="rId45" Type="http://schemas.openxmlformats.org/officeDocument/2006/relationships/image" Target="../media/image27.png" /><Relationship Id="rId5" Type="http://schemas.openxmlformats.org/officeDocument/2006/relationships/image" Target="../media/image7.png" /><Relationship Id="rId15" Type="http://schemas.openxmlformats.org/officeDocument/2006/relationships/image" Target="../media/image12.png" /><Relationship Id="rId23" Type="http://schemas.openxmlformats.org/officeDocument/2006/relationships/image" Target="../media/image16.png" /><Relationship Id="rId28" Type="http://schemas.openxmlformats.org/officeDocument/2006/relationships/customXml" Target="../ink/ink15.xml" /><Relationship Id="rId36" Type="http://schemas.openxmlformats.org/officeDocument/2006/relationships/customXml" Target="../ink/ink19.xml" /><Relationship Id="rId10" Type="http://schemas.openxmlformats.org/officeDocument/2006/relationships/customXml" Target="../ink/ink6.xml" /><Relationship Id="rId19" Type="http://schemas.openxmlformats.org/officeDocument/2006/relationships/image" Target="../media/image14.png" /><Relationship Id="rId31" Type="http://schemas.openxmlformats.org/officeDocument/2006/relationships/image" Target="../media/image20.png" /><Relationship Id="rId44" Type="http://schemas.openxmlformats.org/officeDocument/2006/relationships/customXml" Target="../ink/ink23.xml" /><Relationship Id="rId4" Type="http://schemas.openxmlformats.org/officeDocument/2006/relationships/customXml" Target="../ink/ink3.xml" /><Relationship Id="rId9" Type="http://schemas.openxmlformats.org/officeDocument/2006/relationships/image" Target="../media/image9.png" /><Relationship Id="rId14" Type="http://schemas.openxmlformats.org/officeDocument/2006/relationships/customXml" Target="../ink/ink8.xml" /><Relationship Id="rId22" Type="http://schemas.openxmlformats.org/officeDocument/2006/relationships/customXml" Target="../ink/ink12.xml" /><Relationship Id="rId27" Type="http://schemas.openxmlformats.org/officeDocument/2006/relationships/image" Target="../media/image18.png" /><Relationship Id="rId30" Type="http://schemas.openxmlformats.org/officeDocument/2006/relationships/customXml" Target="../ink/ink16.xml" /><Relationship Id="rId35" Type="http://schemas.openxmlformats.org/officeDocument/2006/relationships/image" Target="../media/image22.png" /><Relationship Id="rId43" Type="http://schemas.openxmlformats.org/officeDocument/2006/relationships/image" Target="../media/image26.png" 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1.xml" /><Relationship Id="rId21" Type="http://schemas.openxmlformats.org/officeDocument/2006/relationships/customXml" Target="../ink/ink37.xml" /><Relationship Id="rId42" Type="http://schemas.openxmlformats.org/officeDocument/2006/relationships/image" Target="../media/image41.png" /><Relationship Id="rId47" Type="http://schemas.openxmlformats.org/officeDocument/2006/relationships/customXml" Target="../ink/ink56.xml" /><Relationship Id="rId63" Type="http://schemas.openxmlformats.org/officeDocument/2006/relationships/customXml" Target="../ink/ink70.xml" /><Relationship Id="rId68" Type="http://schemas.openxmlformats.org/officeDocument/2006/relationships/customXml" Target="../ink/ink75.xml" /><Relationship Id="rId84" Type="http://schemas.openxmlformats.org/officeDocument/2006/relationships/image" Target="../media/image48.png" /><Relationship Id="rId89" Type="http://schemas.openxmlformats.org/officeDocument/2006/relationships/customXml" Target="../ink/ink90.xml" /><Relationship Id="rId7" Type="http://schemas.openxmlformats.org/officeDocument/2006/relationships/image" Target="../media/image31.png" /><Relationship Id="rId71" Type="http://schemas.openxmlformats.org/officeDocument/2006/relationships/customXml" Target="../ink/ink77.xml" /><Relationship Id="rId92" Type="http://schemas.openxmlformats.org/officeDocument/2006/relationships/image" Target="../media/image52.png" /><Relationship Id="rId2" Type="http://schemas.openxmlformats.org/officeDocument/2006/relationships/customXml" Target="../ink/ink25.xml" /><Relationship Id="rId16" Type="http://schemas.openxmlformats.org/officeDocument/2006/relationships/customXml" Target="../ink/ink33.xml" /><Relationship Id="rId29" Type="http://schemas.openxmlformats.org/officeDocument/2006/relationships/customXml" Target="../ink/ink44.xml" /><Relationship Id="rId107" Type="http://schemas.openxmlformats.org/officeDocument/2006/relationships/customXml" Target="../ink/ink100.xml" /><Relationship Id="rId11" Type="http://schemas.openxmlformats.org/officeDocument/2006/relationships/image" Target="../media/image33.png" /><Relationship Id="rId24" Type="http://schemas.openxmlformats.org/officeDocument/2006/relationships/customXml" Target="../ink/ink40.xml" /><Relationship Id="rId32" Type="http://schemas.openxmlformats.org/officeDocument/2006/relationships/customXml" Target="../ink/ink47.xml" /><Relationship Id="rId37" Type="http://schemas.openxmlformats.org/officeDocument/2006/relationships/customXml" Target="../ink/ink50.xml" /><Relationship Id="rId40" Type="http://schemas.openxmlformats.org/officeDocument/2006/relationships/image" Target="../media/image40.png" /><Relationship Id="rId45" Type="http://schemas.openxmlformats.org/officeDocument/2006/relationships/customXml" Target="../ink/ink54.xml" /><Relationship Id="rId53" Type="http://schemas.openxmlformats.org/officeDocument/2006/relationships/customXml" Target="../ink/ink61.xml" /><Relationship Id="rId58" Type="http://schemas.openxmlformats.org/officeDocument/2006/relationships/image" Target="../media/image44.png" /><Relationship Id="rId66" Type="http://schemas.openxmlformats.org/officeDocument/2006/relationships/customXml" Target="../ink/ink73.xml" /><Relationship Id="rId74" Type="http://schemas.openxmlformats.org/officeDocument/2006/relationships/customXml" Target="../ink/ink80.xml" /><Relationship Id="rId79" Type="http://schemas.openxmlformats.org/officeDocument/2006/relationships/image" Target="../media/image46.png" /><Relationship Id="rId87" Type="http://schemas.openxmlformats.org/officeDocument/2006/relationships/customXml" Target="../ink/ink89.xml" /><Relationship Id="rId102" Type="http://schemas.openxmlformats.org/officeDocument/2006/relationships/customXml" Target="../ink/ink97.xml" /><Relationship Id="rId5" Type="http://schemas.openxmlformats.org/officeDocument/2006/relationships/image" Target="../media/image30.png" /><Relationship Id="rId61" Type="http://schemas.openxmlformats.org/officeDocument/2006/relationships/customXml" Target="../ink/ink68.xml" /><Relationship Id="rId82" Type="http://schemas.openxmlformats.org/officeDocument/2006/relationships/image" Target="../media/image47.png" /><Relationship Id="rId90" Type="http://schemas.openxmlformats.org/officeDocument/2006/relationships/image" Target="../media/image51.png" /><Relationship Id="rId95" Type="http://schemas.openxmlformats.org/officeDocument/2006/relationships/customXml" Target="../ink/ink93.xml" /><Relationship Id="rId19" Type="http://schemas.openxmlformats.org/officeDocument/2006/relationships/customXml" Target="../ink/ink35.xml" /><Relationship Id="rId14" Type="http://schemas.openxmlformats.org/officeDocument/2006/relationships/customXml" Target="../ink/ink31.xml" /><Relationship Id="rId22" Type="http://schemas.openxmlformats.org/officeDocument/2006/relationships/customXml" Target="../ink/ink38.xml" /><Relationship Id="rId27" Type="http://schemas.openxmlformats.org/officeDocument/2006/relationships/customXml" Target="../ink/ink42.xml" /><Relationship Id="rId30" Type="http://schemas.openxmlformats.org/officeDocument/2006/relationships/customXml" Target="../ink/ink45.xml" /><Relationship Id="rId35" Type="http://schemas.openxmlformats.org/officeDocument/2006/relationships/customXml" Target="../ink/ink49.xml" /><Relationship Id="rId43" Type="http://schemas.openxmlformats.org/officeDocument/2006/relationships/customXml" Target="../ink/ink53.xml" /><Relationship Id="rId48" Type="http://schemas.openxmlformats.org/officeDocument/2006/relationships/customXml" Target="../ink/ink57.xml" /><Relationship Id="rId56" Type="http://schemas.openxmlformats.org/officeDocument/2006/relationships/customXml" Target="../ink/ink64.xml" /><Relationship Id="rId64" Type="http://schemas.openxmlformats.org/officeDocument/2006/relationships/customXml" Target="../ink/ink71.xml" /><Relationship Id="rId69" Type="http://schemas.openxmlformats.org/officeDocument/2006/relationships/image" Target="../media/image45.png" /><Relationship Id="rId77" Type="http://schemas.openxmlformats.org/officeDocument/2006/relationships/customXml" Target="../ink/ink83.xml" /><Relationship Id="rId100" Type="http://schemas.openxmlformats.org/officeDocument/2006/relationships/image" Target="../media/image56.png" /><Relationship Id="rId105" Type="http://schemas.openxmlformats.org/officeDocument/2006/relationships/customXml" Target="../ink/ink99.xml" /><Relationship Id="rId8" Type="http://schemas.openxmlformats.org/officeDocument/2006/relationships/customXml" Target="../ink/ink28.xml" /><Relationship Id="rId51" Type="http://schemas.openxmlformats.org/officeDocument/2006/relationships/customXml" Target="../ink/ink59.xml" /><Relationship Id="rId72" Type="http://schemas.openxmlformats.org/officeDocument/2006/relationships/customXml" Target="../ink/ink78.xml" /><Relationship Id="rId80" Type="http://schemas.openxmlformats.org/officeDocument/2006/relationships/customXml" Target="../ink/ink85.xml" /><Relationship Id="rId85" Type="http://schemas.openxmlformats.org/officeDocument/2006/relationships/customXml" Target="../ink/ink88.xml" /><Relationship Id="rId93" Type="http://schemas.openxmlformats.org/officeDocument/2006/relationships/customXml" Target="../ink/ink92.xml" /><Relationship Id="rId98" Type="http://schemas.openxmlformats.org/officeDocument/2006/relationships/image" Target="../media/image55.png" /><Relationship Id="rId3" Type="http://schemas.openxmlformats.org/officeDocument/2006/relationships/image" Target="../media/image29.png" /><Relationship Id="rId12" Type="http://schemas.openxmlformats.org/officeDocument/2006/relationships/customXml" Target="../ink/ink30.xml" /><Relationship Id="rId17" Type="http://schemas.openxmlformats.org/officeDocument/2006/relationships/image" Target="../media/image35.png" /><Relationship Id="rId25" Type="http://schemas.openxmlformats.org/officeDocument/2006/relationships/image" Target="../media/image36.png" /><Relationship Id="rId33" Type="http://schemas.openxmlformats.org/officeDocument/2006/relationships/customXml" Target="../ink/ink48.xml" /><Relationship Id="rId38" Type="http://schemas.openxmlformats.org/officeDocument/2006/relationships/image" Target="../media/image39.png" /><Relationship Id="rId46" Type="http://schemas.openxmlformats.org/officeDocument/2006/relationships/customXml" Target="../ink/ink55.xml" /><Relationship Id="rId59" Type="http://schemas.openxmlformats.org/officeDocument/2006/relationships/customXml" Target="../ink/ink66.xml" /><Relationship Id="rId67" Type="http://schemas.openxmlformats.org/officeDocument/2006/relationships/customXml" Target="../ink/ink74.xml" /><Relationship Id="rId103" Type="http://schemas.openxmlformats.org/officeDocument/2006/relationships/customXml" Target="../ink/ink98.xml" /><Relationship Id="rId108" Type="http://schemas.openxmlformats.org/officeDocument/2006/relationships/customXml" Target="../ink/ink101.xml" /><Relationship Id="rId20" Type="http://schemas.openxmlformats.org/officeDocument/2006/relationships/customXml" Target="../ink/ink36.xml" /><Relationship Id="rId41" Type="http://schemas.openxmlformats.org/officeDocument/2006/relationships/customXml" Target="../ink/ink52.xml" /><Relationship Id="rId54" Type="http://schemas.openxmlformats.org/officeDocument/2006/relationships/customXml" Target="../ink/ink62.xml" /><Relationship Id="rId62" Type="http://schemas.openxmlformats.org/officeDocument/2006/relationships/customXml" Target="../ink/ink69.xml" /><Relationship Id="rId70" Type="http://schemas.openxmlformats.org/officeDocument/2006/relationships/customXml" Target="../ink/ink76.xml" /><Relationship Id="rId75" Type="http://schemas.openxmlformats.org/officeDocument/2006/relationships/customXml" Target="../ink/ink81.xml" /><Relationship Id="rId83" Type="http://schemas.openxmlformats.org/officeDocument/2006/relationships/customXml" Target="../ink/ink87.xml" /><Relationship Id="rId88" Type="http://schemas.openxmlformats.org/officeDocument/2006/relationships/image" Target="../media/image50.png" /><Relationship Id="rId91" Type="http://schemas.openxmlformats.org/officeDocument/2006/relationships/customXml" Target="../ink/ink91.xml" /><Relationship Id="rId96" Type="http://schemas.openxmlformats.org/officeDocument/2006/relationships/image" Target="../media/image54.png" /><Relationship Id="rId1" Type="http://schemas.openxmlformats.org/officeDocument/2006/relationships/slideLayout" Target="../slideLayouts/slideLayout2.xml" /><Relationship Id="rId6" Type="http://schemas.openxmlformats.org/officeDocument/2006/relationships/customXml" Target="../ink/ink27.xml" /><Relationship Id="rId15" Type="http://schemas.openxmlformats.org/officeDocument/2006/relationships/customXml" Target="../ink/ink32.xml" /><Relationship Id="rId23" Type="http://schemas.openxmlformats.org/officeDocument/2006/relationships/customXml" Target="../ink/ink39.xml" /><Relationship Id="rId28" Type="http://schemas.openxmlformats.org/officeDocument/2006/relationships/customXml" Target="../ink/ink43.xml" /><Relationship Id="rId36" Type="http://schemas.openxmlformats.org/officeDocument/2006/relationships/image" Target="../media/image38.png" /><Relationship Id="rId49" Type="http://schemas.openxmlformats.org/officeDocument/2006/relationships/image" Target="../media/image43.png" /><Relationship Id="rId57" Type="http://schemas.openxmlformats.org/officeDocument/2006/relationships/customXml" Target="../ink/ink65.xml" /><Relationship Id="rId106" Type="http://schemas.openxmlformats.org/officeDocument/2006/relationships/image" Target="../media/image58.png" /><Relationship Id="rId10" Type="http://schemas.openxmlformats.org/officeDocument/2006/relationships/customXml" Target="../ink/ink29.xml" /><Relationship Id="rId31" Type="http://schemas.openxmlformats.org/officeDocument/2006/relationships/customXml" Target="../ink/ink46.xml" /><Relationship Id="rId44" Type="http://schemas.openxmlformats.org/officeDocument/2006/relationships/image" Target="../media/image42.png" /><Relationship Id="rId52" Type="http://schemas.openxmlformats.org/officeDocument/2006/relationships/customXml" Target="../ink/ink60.xml" /><Relationship Id="rId60" Type="http://schemas.openxmlformats.org/officeDocument/2006/relationships/customXml" Target="../ink/ink67.xml" /><Relationship Id="rId65" Type="http://schemas.openxmlformats.org/officeDocument/2006/relationships/customXml" Target="../ink/ink72.xml" /><Relationship Id="rId73" Type="http://schemas.openxmlformats.org/officeDocument/2006/relationships/customXml" Target="../ink/ink79.xml" /><Relationship Id="rId78" Type="http://schemas.openxmlformats.org/officeDocument/2006/relationships/customXml" Target="../ink/ink84.xml" /><Relationship Id="rId81" Type="http://schemas.openxmlformats.org/officeDocument/2006/relationships/customXml" Target="../ink/ink86.xml" /><Relationship Id="rId86" Type="http://schemas.openxmlformats.org/officeDocument/2006/relationships/image" Target="../media/image49.png" /><Relationship Id="rId94" Type="http://schemas.openxmlformats.org/officeDocument/2006/relationships/image" Target="../media/image53.png" /><Relationship Id="rId99" Type="http://schemas.openxmlformats.org/officeDocument/2006/relationships/customXml" Target="../ink/ink95.xml" /><Relationship Id="rId101" Type="http://schemas.openxmlformats.org/officeDocument/2006/relationships/customXml" Target="../ink/ink96.xml" /><Relationship Id="rId4" Type="http://schemas.openxmlformats.org/officeDocument/2006/relationships/customXml" Target="../ink/ink26.xml" /><Relationship Id="rId9" Type="http://schemas.openxmlformats.org/officeDocument/2006/relationships/image" Target="../media/image32.png" /><Relationship Id="rId13" Type="http://schemas.openxmlformats.org/officeDocument/2006/relationships/image" Target="../media/image34.png" /><Relationship Id="rId18" Type="http://schemas.openxmlformats.org/officeDocument/2006/relationships/customXml" Target="../ink/ink34.xml" /><Relationship Id="rId39" Type="http://schemas.openxmlformats.org/officeDocument/2006/relationships/customXml" Target="../ink/ink51.xml" /><Relationship Id="rId34" Type="http://schemas.openxmlformats.org/officeDocument/2006/relationships/image" Target="../media/image37.png" /><Relationship Id="rId50" Type="http://schemas.openxmlformats.org/officeDocument/2006/relationships/customXml" Target="../ink/ink58.xml" /><Relationship Id="rId55" Type="http://schemas.openxmlformats.org/officeDocument/2006/relationships/customXml" Target="../ink/ink63.xml" /><Relationship Id="rId76" Type="http://schemas.openxmlformats.org/officeDocument/2006/relationships/customXml" Target="../ink/ink82.xml" /><Relationship Id="rId97" Type="http://schemas.openxmlformats.org/officeDocument/2006/relationships/customXml" Target="../ink/ink94.xml" /><Relationship Id="rId104" Type="http://schemas.openxmlformats.org/officeDocument/2006/relationships/image" Target="../media/image5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E932F8-A52C-8D64-787D-A926FC289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0" y="0"/>
            <a:ext cx="51435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9B5D29-3D49-1CAD-6FD5-BC41BDC1A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805D7B-45A7-5A9E-FA8D-C0E24E476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9250" y="0"/>
            <a:ext cx="51435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259840-1DA0-8A30-B00B-2DF07130D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Autofit/>
          </a:bodyPr>
          <a:lstStyle/>
          <a:p>
            <a:r>
              <a:rPr lang="en-US" sz="9600" dirty="0"/>
              <a:t>Why ice is less</a:t>
            </a:r>
            <a:br>
              <a:rPr lang="en-US" sz="9600" dirty="0"/>
            </a:br>
            <a:r>
              <a:rPr lang="en-US" sz="9600" dirty="0"/>
              <a:t> dense than water</a:t>
            </a:r>
          </a:p>
        </p:txBody>
      </p:sp>
    </p:spTree>
    <p:extLst>
      <p:ext uri="{BB962C8B-B14F-4D97-AF65-F5344CB8AC3E}">
        <p14:creationId xmlns:p14="http://schemas.microsoft.com/office/powerpoint/2010/main" val="3376494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FFFB481-5D3B-C65F-00D8-712A522BC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90" t="34502" r="26210" b="19833"/>
          <a:stretch>
            <a:fillRect/>
          </a:stretch>
        </p:blipFill>
        <p:spPr>
          <a:xfrm>
            <a:off x="769980" y="487516"/>
            <a:ext cx="4831045" cy="5882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5D3B7F-34F6-7B21-F4B6-EAF21D2C9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8420F4-1942-A508-6346-F06D5E7EF9E7}"/>
              </a:ext>
            </a:extLst>
          </p:cNvPr>
          <p:cNvSpPr txBox="1"/>
          <p:nvPr/>
        </p:nvSpPr>
        <p:spPr>
          <a:xfrm>
            <a:off x="7202940" y="559533"/>
            <a:ext cx="3053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/>
              <a:t>Ice floats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218FF6-2F34-7E4F-3F3B-CC4D6F4E6F86}"/>
              </a:ext>
            </a:extLst>
          </p:cNvPr>
          <p:cNvSpPr txBox="1"/>
          <p:nvPr/>
        </p:nvSpPr>
        <p:spPr>
          <a:xfrm>
            <a:off x="5974582" y="1779687"/>
            <a:ext cx="582480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dirty="0"/>
              <a:t>Ice floats because of buoyancy .</a:t>
            </a:r>
          </a:p>
          <a:p>
            <a:pPr algn="l"/>
            <a:endParaRPr lang="en-US" sz="3600" dirty="0"/>
          </a:p>
          <a:p>
            <a:pPr algn="l"/>
            <a:r>
              <a:rPr lang="en-US" sz="3600" dirty="0"/>
              <a:t>Buoyancy causes less dense, lighter objects, to raise above more dense ones, heavier ones, because gravity pulls heavier objects down harder.</a:t>
            </a:r>
          </a:p>
        </p:txBody>
      </p:sp>
    </p:spTree>
    <p:extLst>
      <p:ext uri="{BB962C8B-B14F-4D97-AF65-F5344CB8AC3E}">
        <p14:creationId xmlns:p14="http://schemas.microsoft.com/office/powerpoint/2010/main" val="1051526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346DB9-3680-CEB1-8CBC-4FA1C5542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426" y="3363461"/>
            <a:ext cx="2616853" cy="2616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D5314B-E191-68CE-0FF0-4364E4CC9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CE631-B59D-F51E-9775-9CCD6C9C9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0227" y="3429000"/>
            <a:ext cx="2616853" cy="26168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536A3D-71A9-6A23-5CE8-E022C8DE8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50" y="1419231"/>
            <a:ext cx="2845967" cy="28459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69FC85-6C1D-7575-1C0F-FD45F4CB0C24}"/>
              </a:ext>
            </a:extLst>
          </p:cNvPr>
          <p:cNvSpPr txBox="1"/>
          <p:nvPr/>
        </p:nvSpPr>
        <p:spPr>
          <a:xfrm>
            <a:off x="4752232" y="362640"/>
            <a:ext cx="787447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/>
              <a:t>Water *particles*, as I will refer to as water molecules, aren’t spheres, they’re actually more of a v shape because of quantum mechanics, but that is not necessary for this explanation.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D95C769-A610-71E1-6013-C12C94ED3729}"/>
                  </a:ext>
                </a:extLst>
              </p14:cNvPr>
              <p14:cNvContentPartPr/>
              <p14:nvPr/>
            </p14:nvContentPartPr>
            <p14:xfrm>
              <a:off x="2884591" y="3482192"/>
              <a:ext cx="907200" cy="885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D95C769-A610-71E1-6013-C12C94ED37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94951" y="3392552"/>
                <a:ext cx="1086840" cy="10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0E4B613-634A-24E6-F758-8378865FC229}"/>
                  </a:ext>
                </a:extLst>
              </p14:cNvPr>
              <p14:cNvContentPartPr/>
              <p14:nvPr/>
            </p14:nvContentPartPr>
            <p14:xfrm>
              <a:off x="1026991" y="3296792"/>
              <a:ext cx="482760" cy="11473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0E4B613-634A-24E6-F758-8378865FC2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6991" y="3206792"/>
                <a:ext cx="662400" cy="132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5676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66CF502A-597D-F1F7-7448-55DD906E4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643" y="1621811"/>
            <a:ext cx="1648946" cy="164894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9E9395D-6F02-BAEC-2686-0419E1A22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781" y="2704090"/>
            <a:ext cx="1648946" cy="164894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73B6FE9-D4CB-0A25-701D-A53783F5E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0485" y="5310050"/>
            <a:ext cx="1648946" cy="164894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22C76BA-F5FC-A4D7-A35D-3BF84E1A4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351" y="5102115"/>
            <a:ext cx="1648946" cy="164894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F13DCA2-0606-FAA6-5873-EDDBBDCDF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707" y="2886536"/>
            <a:ext cx="1648946" cy="164894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23247D4-B67F-D093-2A70-9CEB4719C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239" y="2844946"/>
            <a:ext cx="1648946" cy="164894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4E91180-2550-0F5B-7EF7-E08B1E50C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328" y="3933226"/>
            <a:ext cx="1648946" cy="16489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D7B418E-B9A0-F76D-277D-0B3F8E626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383" y="5126585"/>
            <a:ext cx="1648946" cy="16489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E9C5C5-D31D-20A9-05A3-C6E50CC2F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413" y="5287473"/>
            <a:ext cx="1648946" cy="16489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7388D3-DFEA-A140-4472-9670CA869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468" y="3962965"/>
            <a:ext cx="1648946" cy="16489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C8B8E4-2132-66B0-B27D-FA489BFE4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861" y="2775834"/>
            <a:ext cx="1648946" cy="164894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EC6A13B-47B2-1D15-9499-B6334B8FC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2349" y="5900869"/>
            <a:ext cx="1648946" cy="164894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1F44CE3-1D27-45F7-7150-411773ACE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798" y="4442321"/>
            <a:ext cx="1648946" cy="16489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9EDE112-8DFB-3814-328F-18E23702D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750" y="5724790"/>
            <a:ext cx="1648946" cy="164894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58BB96B-EC54-B16C-1ECF-829746DCC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303" y="4725568"/>
            <a:ext cx="1648946" cy="16489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8B170C-3AFC-0A13-2A96-09F8F1E62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847" y="4918574"/>
            <a:ext cx="1648946" cy="16489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3FB5641-986E-BA9A-C9A1-8E2B6DEAB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673" y="3721374"/>
            <a:ext cx="1648946" cy="16489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41BDF7-1EBD-FEA1-65DE-3A229039B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750" y="3680308"/>
            <a:ext cx="1648946" cy="16489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419A89-2A3A-F367-5FB8-D656DF058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40" y="4000922"/>
            <a:ext cx="1648946" cy="16489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99D84A-4562-EBB5-C2DB-70B09C81B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767" y="2735437"/>
            <a:ext cx="1648946" cy="16489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D40CC9-66E2-C77A-EBBA-F2B1F28BD6EE}"/>
              </a:ext>
            </a:extLst>
          </p:cNvPr>
          <p:cNvSpPr txBox="1"/>
          <p:nvPr/>
        </p:nvSpPr>
        <p:spPr>
          <a:xfrm>
            <a:off x="0" y="388374"/>
            <a:ext cx="52244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dirty="0"/>
              <a:t>In liquid water, molecules are not bond to a specific lattice, basically a pattern.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0CD41F-2874-C29C-30F7-E59E9F02C68C}"/>
              </a:ext>
            </a:extLst>
          </p:cNvPr>
          <p:cNvSpPr txBox="1"/>
          <p:nvPr/>
        </p:nvSpPr>
        <p:spPr>
          <a:xfrm>
            <a:off x="5753039" y="388374"/>
            <a:ext cx="63253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dirty="0"/>
              <a:t>In ice, molecules are bond to a lattice, a hexagonal lattice.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B95C28-183A-B8F3-F195-81B87FF09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71" y="3576838"/>
            <a:ext cx="973862" cy="973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6C62B4-62CA-55AA-8B64-63168CD98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72" y="4738853"/>
            <a:ext cx="973862" cy="973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95CB67-E08F-D562-353B-F6C5696BD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580" y="3513991"/>
            <a:ext cx="973862" cy="9738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E88979-0193-37BE-A5F4-295E9AC47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77" y="5541489"/>
            <a:ext cx="973862" cy="973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0D458B-FEAE-5B71-86CE-484383CFA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103" y="5900869"/>
            <a:ext cx="973862" cy="9738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0F9ACAD-D245-0771-CEF0-BD4F3FC42E94}"/>
                  </a:ext>
                </a:extLst>
              </p14:cNvPr>
              <p14:cNvContentPartPr/>
              <p14:nvPr/>
            </p14:nvContentPartPr>
            <p14:xfrm>
              <a:off x="1628585" y="3679859"/>
              <a:ext cx="306000" cy="1170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0F9ACAD-D245-0771-CEF0-BD4F3FC42E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10945" y="3662219"/>
                <a:ext cx="34164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622B60E-9BC3-37A0-266A-180910B3FD56}"/>
                  </a:ext>
                </a:extLst>
              </p14:cNvPr>
              <p14:cNvContentPartPr/>
              <p14:nvPr/>
            </p14:nvContentPartPr>
            <p14:xfrm>
              <a:off x="1355705" y="4369619"/>
              <a:ext cx="168840" cy="388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622B60E-9BC3-37A0-266A-180910B3FD5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8065" y="4351619"/>
                <a:ext cx="20448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99BD5E9-61CF-9DE6-55FE-D365E6E71D66}"/>
                  </a:ext>
                </a:extLst>
              </p14:cNvPr>
              <p14:cNvContentPartPr/>
              <p14:nvPr/>
            </p14:nvContentPartPr>
            <p14:xfrm>
              <a:off x="2693105" y="4153979"/>
              <a:ext cx="420120" cy="303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99BD5E9-61CF-9DE6-55FE-D365E6E71D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75105" y="4136339"/>
                <a:ext cx="45576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98416A9-0586-E6D7-FC9B-CB27DB425862}"/>
                  </a:ext>
                </a:extLst>
              </p14:cNvPr>
              <p14:cNvContentPartPr/>
              <p14:nvPr/>
            </p14:nvContentPartPr>
            <p14:xfrm>
              <a:off x="3598865" y="4189259"/>
              <a:ext cx="376920" cy="4035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98416A9-0586-E6D7-FC9B-CB27DB42586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81225" y="4171619"/>
                <a:ext cx="41256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114DA62-AA72-3401-0C7F-163B7FE547F7}"/>
                  </a:ext>
                </a:extLst>
              </p14:cNvPr>
              <p14:cNvContentPartPr/>
              <p14:nvPr/>
            </p14:nvContentPartPr>
            <p14:xfrm>
              <a:off x="2550905" y="5381579"/>
              <a:ext cx="262800" cy="2660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114DA62-AA72-3401-0C7F-163B7FE547F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33265" y="5363579"/>
                <a:ext cx="29844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2B4CDD2-E531-09DF-D3FB-F81D11E0EE4D}"/>
                  </a:ext>
                </a:extLst>
              </p14:cNvPr>
              <p14:cNvContentPartPr/>
              <p14:nvPr/>
            </p14:nvContentPartPr>
            <p14:xfrm>
              <a:off x="3242105" y="5365019"/>
              <a:ext cx="395640" cy="151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2B4CDD2-E531-09DF-D3FB-F81D11E0EE4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24105" y="5347379"/>
                <a:ext cx="4312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E647CA4-5547-1015-70A2-FDC5E56E4749}"/>
                  </a:ext>
                </a:extLst>
              </p14:cNvPr>
              <p14:cNvContentPartPr/>
              <p14:nvPr/>
            </p14:nvContentPartPr>
            <p14:xfrm>
              <a:off x="2594825" y="6302099"/>
              <a:ext cx="584280" cy="366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E647CA4-5547-1015-70A2-FDC5E56E474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76825" y="6284459"/>
                <a:ext cx="61992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E7F1B82-C6BC-FD17-A133-1DDFD0D2C798}"/>
                  </a:ext>
                </a:extLst>
              </p14:cNvPr>
              <p14:cNvContentPartPr/>
              <p14:nvPr/>
            </p14:nvContentPartPr>
            <p14:xfrm>
              <a:off x="3724505" y="6553379"/>
              <a:ext cx="209880" cy="383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E7F1B82-C6BC-FD17-A133-1DDFD0D2C79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06505" y="6535739"/>
                <a:ext cx="24552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7E75255-B6FA-0123-DA4F-F6A5ACEA88D6}"/>
                  </a:ext>
                </a:extLst>
              </p14:cNvPr>
              <p14:cNvContentPartPr/>
              <p14:nvPr/>
            </p14:nvContentPartPr>
            <p14:xfrm>
              <a:off x="546425" y="6214979"/>
              <a:ext cx="275040" cy="2790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7E75255-B6FA-0123-DA4F-F6A5ACEA88D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8785" y="6196979"/>
                <a:ext cx="3106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7A97DAD-3697-9C2E-05EB-991F74AB6243}"/>
                  </a:ext>
                </a:extLst>
              </p14:cNvPr>
              <p14:cNvContentPartPr/>
              <p14:nvPr/>
            </p14:nvContentPartPr>
            <p14:xfrm>
              <a:off x="721025" y="5458259"/>
              <a:ext cx="182160" cy="216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7A97DAD-3697-9C2E-05EB-991F74AB624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3385" y="5440259"/>
                <a:ext cx="217800" cy="252360"/>
              </a:xfrm>
              <a:prstGeom prst="rect">
                <a:avLst/>
              </a:prstGeom>
            </p:spPr>
          </p:pic>
        </mc:Fallback>
      </mc:AlternateContent>
      <p:pic>
        <p:nvPicPr>
          <p:cNvPr id="43" name="Picture 42">
            <a:extLst>
              <a:ext uri="{FF2B5EF4-FFF2-40B4-BE49-F238E27FC236}">
                <a16:creationId xmlns:a16="http://schemas.microsoft.com/office/drawing/2014/main" id="{95613158-9FC4-5A2C-EC71-A21327D49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801" y="2942069"/>
            <a:ext cx="973862" cy="97386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9A0529F-5F72-81BD-2C34-F3D7C91D2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036" y="3818608"/>
            <a:ext cx="973862" cy="97386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A628C92-9F7C-351F-C449-20B786E9A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036" y="5027668"/>
            <a:ext cx="973862" cy="97386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C030CC4-FC83-6E43-0C64-FD4D73E1F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371" y="3738359"/>
            <a:ext cx="973862" cy="97386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00AF5D3-C414-1222-F819-727C1B503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966" y="6062332"/>
            <a:ext cx="973862" cy="973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6CD4BB-A9CB-E091-DDD2-CF0352B29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384" y="5054558"/>
            <a:ext cx="973862" cy="9738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0FA97C7-4695-16A3-57A0-7FD08C6A9BF8}"/>
                  </a:ext>
                </a:extLst>
              </p14:cNvPr>
              <p14:cNvContentPartPr/>
              <p14:nvPr/>
            </p14:nvContentPartPr>
            <p14:xfrm>
              <a:off x="7841354" y="3836604"/>
              <a:ext cx="156960" cy="2016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0FA97C7-4695-16A3-57A0-7FD08C6A9BF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23354" y="3818964"/>
                <a:ext cx="19260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62F2695-3F88-4CD2-C882-996856C19D37}"/>
                  </a:ext>
                </a:extLst>
              </p14:cNvPr>
              <p14:cNvContentPartPr/>
              <p14:nvPr/>
            </p14:nvContentPartPr>
            <p14:xfrm>
              <a:off x="6837314" y="3970884"/>
              <a:ext cx="579600" cy="1735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62F2695-3F88-4CD2-C882-996856C19D3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19314" y="3952884"/>
                <a:ext cx="6152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893C1EA-59E2-93E3-1AF6-4753298BEC8F}"/>
                  </a:ext>
                </a:extLst>
              </p14:cNvPr>
              <p14:cNvContentPartPr/>
              <p14:nvPr/>
            </p14:nvContentPartPr>
            <p14:xfrm>
              <a:off x="7717154" y="5055204"/>
              <a:ext cx="23760" cy="1958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893C1EA-59E2-93E3-1AF6-4753298BEC8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699154" y="5037204"/>
                <a:ext cx="594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198FDBF-588E-154B-AC13-99E707EE7EC6}"/>
                  </a:ext>
                </a:extLst>
              </p14:cNvPr>
              <p14:cNvContentPartPr/>
              <p14:nvPr/>
            </p14:nvContentPartPr>
            <p14:xfrm>
              <a:off x="6924794" y="5502324"/>
              <a:ext cx="452880" cy="341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198FDBF-588E-154B-AC13-99E707EE7EC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06808" y="5484324"/>
                <a:ext cx="488492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3363E5B-FEE0-4562-E034-FFB83D6BDF8F}"/>
                  </a:ext>
                </a:extLst>
              </p14:cNvPr>
              <p14:cNvContentPartPr/>
              <p14:nvPr/>
            </p14:nvContentPartPr>
            <p14:xfrm>
              <a:off x="8564954" y="6295044"/>
              <a:ext cx="466920" cy="1076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3363E5B-FEE0-4562-E034-FFB83D6BDF8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546954" y="6277044"/>
                <a:ext cx="5025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9DB56B6-F71C-C9E7-C7FA-AA8D9D617BD6}"/>
                  </a:ext>
                </a:extLst>
              </p14:cNvPr>
              <p14:cNvContentPartPr/>
              <p14:nvPr/>
            </p14:nvContentPartPr>
            <p14:xfrm>
              <a:off x="9294314" y="6782484"/>
              <a:ext cx="360" cy="2109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9DB56B6-F71C-C9E7-C7FA-AA8D9D617BD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76314" y="6764844"/>
                <a:ext cx="3600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396ECDD-FAAD-5765-E742-C984B2F1E8A0}"/>
                  </a:ext>
                </a:extLst>
              </p14:cNvPr>
              <p14:cNvContentPartPr/>
              <p14:nvPr/>
            </p14:nvContentPartPr>
            <p14:xfrm>
              <a:off x="9880394" y="5658924"/>
              <a:ext cx="363960" cy="3366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396ECDD-FAAD-5765-E742-C984B2F1E8A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862754" y="5641284"/>
                <a:ext cx="39960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31CB887-3402-59CB-E6C5-5F3936C0CE93}"/>
                  </a:ext>
                </a:extLst>
              </p14:cNvPr>
              <p14:cNvContentPartPr/>
              <p14:nvPr/>
            </p14:nvContentPartPr>
            <p14:xfrm>
              <a:off x="10730354" y="5653524"/>
              <a:ext cx="401040" cy="3427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31CB887-3402-59CB-E6C5-5F3936C0CE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712714" y="5635524"/>
                <a:ext cx="43668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88FDD27-B733-2A9A-0CCA-07448AF52395}"/>
                  </a:ext>
                </a:extLst>
              </p14:cNvPr>
              <p14:cNvContentPartPr/>
              <p14:nvPr/>
            </p14:nvContentPartPr>
            <p14:xfrm>
              <a:off x="10590674" y="4429164"/>
              <a:ext cx="89640" cy="2869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88FDD27-B733-2A9A-0CCA-07448AF5239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572674" y="4411502"/>
                <a:ext cx="125280" cy="3226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397D395-49E9-C23E-1F6C-4A13BA855C84}"/>
                  </a:ext>
                </a:extLst>
              </p14:cNvPr>
              <p14:cNvContentPartPr/>
              <p14:nvPr/>
            </p14:nvContentPartPr>
            <p14:xfrm>
              <a:off x="10618754" y="3584964"/>
              <a:ext cx="595080" cy="4251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397D395-49E9-C23E-1F6C-4A13BA855C8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600754" y="3567324"/>
                <a:ext cx="63072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C429CB4-ECFC-BAB9-50AE-C6EB47836A81}"/>
                  </a:ext>
                </a:extLst>
              </p14:cNvPr>
              <p14:cNvContentPartPr/>
              <p14:nvPr/>
            </p14:nvContentPartPr>
            <p14:xfrm>
              <a:off x="9277394" y="3495684"/>
              <a:ext cx="147960" cy="1368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C429CB4-ECFC-BAB9-50AE-C6EB47836A8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59754" y="3477684"/>
                <a:ext cx="18360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C72D9B1-5BA8-694C-2504-22D03FEFB20F}"/>
                  </a:ext>
                </a:extLst>
              </p14:cNvPr>
              <p14:cNvContentPartPr/>
              <p14:nvPr/>
            </p14:nvContentPartPr>
            <p14:xfrm>
              <a:off x="8767634" y="2589564"/>
              <a:ext cx="40680" cy="6156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C72D9B1-5BA8-694C-2504-22D03FEFB20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749994" y="2571924"/>
                <a:ext cx="76320" cy="65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973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0B6F73-BF45-84C3-14AE-5D11E1FF6E83}"/>
              </a:ext>
            </a:extLst>
          </p:cNvPr>
          <p:cNvSpPr txBox="1"/>
          <p:nvPr/>
        </p:nvSpPr>
        <p:spPr>
          <a:xfrm>
            <a:off x="199921" y="175343"/>
            <a:ext cx="5060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Since liquid water molecules aren’t bond to a hexagonal lattice they can</a:t>
            </a:r>
          </a:p>
          <a:p>
            <a:pPr algn="l"/>
            <a:r>
              <a:rPr lang="en-US" sz="2400" dirty="0"/>
              <a:t>form denser shapes than a hexagon.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10102-845F-80B9-EFFA-BE08E19754F3}"/>
              </a:ext>
            </a:extLst>
          </p:cNvPr>
          <p:cNvSpPr txBox="1"/>
          <p:nvPr/>
        </p:nvSpPr>
        <p:spPr>
          <a:xfrm>
            <a:off x="159152" y="2138669"/>
            <a:ext cx="40934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Here I made 2 equal sized boxes and I will put water molecules in both then count how much molecules fit in. If more molecules fit in the same sized box it must be denser.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048BC4-0CF3-BADD-0093-E9760D4343E4}"/>
              </a:ext>
            </a:extLst>
          </p:cNvPr>
          <p:cNvSpPr/>
          <p:nvPr/>
        </p:nvSpPr>
        <p:spPr>
          <a:xfrm>
            <a:off x="7415166" y="397769"/>
            <a:ext cx="2687484" cy="26325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461016-5A66-334E-C7C5-2B0DDB7E2761}"/>
              </a:ext>
            </a:extLst>
          </p:cNvPr>
          <p:cNvSpPr/>
          <p:nvPr/>
        </p:nvSpPr>
        <p:spPr>
          <a:xfrm>
            <a:off x="7415166" y="3827644"/>
            <a:ext cx="2687484" cy="26325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C92CB82-D007-E3E6-B79A-54CC382AF35E}"/>
                  </a:ext>
                </a:extLst>
              </p14:cNvPr>
              <p14:cNvContentPartPr/>
              <p14:nvPr/>
            </p14:nvContentPartPr>
            <p14:xfrm>
              <a:off x="7849499" y="1596600"/>
              <a:ext cx="1478160" cy="1063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C92CB82-D007-E3E6-B79A-54CC382AF3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1863" y="1578600"/>
                <a:ext cx="1513791" cy="10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5012D03-FAA0-99B4-E2F1-51FB99F449EB}"/>
                  </a:ext>
                </a:extLst>
              </p14:cNvPr>
              <p14:cNvContentPartPr/>
              <p14:nvPr/>
            </p14:nvContentPartPr>
            <p14:xfrm>
              <a:off x="7873619" y="954360"/>
              <a:ext cx="1164600" cy="12290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5012D03-FAA0-99B4-E2F1-51FB99F449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55619" y="936715"/>
                <a:ext cx="1200240" cy="1264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A11C079-8ACE-3C32-8C03-0E898642DCBF}"/>
                  </a:ext>
                </a:extLst>
              </p14:cNvPr>
              <p14:cNvContentPartPr/>
              <p14:nvPr/>
            </p14:nvContentPartPr>
            <p14:xfrm>
              <a:off x="8260979" y="670680"/>
              <a:ext cx="1342800" cy="726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A11C079-8ACE-3C32-8C03-0E898642DC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43344" y="652689"/>
                <a:ext cx="1378430" cy="761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44B0461-8AD0-DA42-106D-4DA0E62589C4}"/>
                  </a:ext>
                </a:extLst>
              </p14:cNvPr>
              <p14:cNvContentPartPr/>
              <p14:nvPr/>
            </p14:nvContentPartPr>
            <p14:xfrm>
              <a:off x="9678659" y="2193840"/>
              <a:ext cx="307440" cy="6271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44B0461-8AD0-DA42-106D-4DA0E62589C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61019" y="2175840"/>
                <a:ext cx="343080" cy="6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430B599-1BA7-7426-232E-7E77E0B2ACDC}"/>
                  </a:ext>
                </a:extLst>
              </p14:cNvPr>
              <p14:cNvContentPartPr/>
              <p14:nvPr/>
            </p14:nvContentPartPr>
            <p14:xfrm>
              <a:off x="9669299" y="1156320"/>
              <a:ext cx="190440" cy="529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430B599-1BA7-7426-232E-7E77E0B2AC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51299" y="1138320"/>
                <a:ext cx="226080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7137EF7-FBF4-6EFF-938A-9AB364F20B15}"/>
                  </a:ext>
                </a:extLst>
              </p14:cNvPr>
              <p14:cNvContentPartPr/>
              <p14:nvPr/>
            </p14:nvContentPartPr>
            <p14:xfrm>
              <a:off x="7830059" y="2734200"/>
              <a:ext cx="360" cy="3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7137EF7-FBF4-6EFF-938A-9AB364F20B1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40059" y="264456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9EB34C2-ED70-13DF-523F-ACD0DE8661A8}"/>
                  </a:ext>
                </a:extLst>
              </p14:cNvPr>
              <p14:cNvContentPartPr/>
              <p14:nvPr/>
            </p14:nvContentPartPr>
            <p14:xfrm>
              <a:off x="8697659" y="1549440"/>
              <a:ext cx="360" cy="3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9EB34C2-ED70-13DF-523F-ACD0DE8661A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08019" y="145980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0BD3A31-B96A-0632-6232-0AC886B4C1DD}"/>
                  </a:ext>
                </a:extLst>
              </p14:cNvPr>
              <p14:cNvContentPartPr/>
              <p14:nvPr/>
            </p14:nvContentPartPr>
            <p14:xfrm>
              <a:off x="9216059" y="2433960"/>
              <a:ext cx="360" cy="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0BD3A31-B96A-0632-6232-0AC886B4C1D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26419" y="234396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A6FB67D-9056-1B14-034B-ACFB11E68EA6}"/>
                  </a:ext>
                </a:extLst>
              </p14:cNvPr>
              <p14:cNvContentPartPr/>
              <p14:nvPr/>
            </p14:nvContentPartPr>
            <p14:xfrm>
              <a:off x="9996539" y="2226600"/>
              <a:ext cx="11160" cy="3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A6FB67D-9056-1B14-034B-ACFB11E68EA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06899" y="2136600"/>
                <a:ext cx="1908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5EB0426-398D-7254-C488-23EA8C3DA034}"/>
                  </a:ext>
                </a:extLst>
              </p14:cNvPr>
              <p14:cNvContentPartPr/>
              <p14:nvPr/>
            </p14:nvContentPartPr>
            <p14:xfrm>
              <a:off x="9800339" y="1314720"/>
              <a:ext cx="360" cy="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5EB0426-398D-7254-C488-23EA8C3DA03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10339" y="122508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99711A6-96B8-97D7-D044-72BBC52FFF96}"/>
                  </a:ext>
                </a:extLst>
              </p14:cNvPr>
              <p14:cNvContentPartPr/>
              <p14:nvPr/>
            </p14:nvContentPartPr>
            <p14:xfrm>
              <a:off x="8844899" y="1085400"/>
              <a:ext cx="360" cy="3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99711A6-96B8-97D7-D044-72BBC52FFF9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55259" y="99576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8ECCECF-CC89-F628-85AB-E94BB5959CCC}"/>
                  </a:ext>
                </a:extLst>
              </p14:cNvPr>
              <p14:cNvContentPartPr/>
              <p14:nvPr/>
            </p14:nvContentPartPr>
            <p14:xfrm>
              <a:off x="8768579" y="747000"/>
              <a:ext cx="360" cy="3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8ECCECF-CC89-F628-85AB-E94BB5959CC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78939" y="65700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10BF1F5-3217-6A83-575E-89D83A2C9192}"/>
                  </a:ext>
                </a:extLst>
              </p14:cNvPr>
              <p14:cNvContentPartPr/>
              <p14:nvPr/>
            </p14:nvContentPartPr>
            <p14:xfrm>
              <a:off x="7857059" y="1516680"/>
              <a:ext cx="360" cy="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10BF1F5-3217-6A83-575E-89D83A2C919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67419" y="142704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BCE00D4-FAAA-5E50-6E65-8647FD0ADC58}"/>
                  </a:ext>
                </a:extLst>
              </p14:cNvPr>
              <p14:cNvContentPartPr/>
              <p14:nvPr/>
            </p14:nvContentPartPr>
            <p14:xfrm>
              <a:off x="8315699" y="4546800"/>
              <a:ext cx="360" cy="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BCE00D4-FAAA-5E50-6E65-8647FD0ADC5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25699" y="445680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4ED4F5C-0886-47CA-C595-F6A36493F5CB}"/>
                  </a:ext>
                </a:extLst>
              </p14:cNvPr>
              <p14:cNvContentPartPr/>
              <p14:nvPr/>
            </p14:nvContentPartPr>
            <p14:xfrm>
              <a:off x="7786139" y="5016240"/>
              <a:ext cx="360" cy="3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4ED4F5C-0886-47CA-C595-F6A36493F5C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96139" y="492624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B4DA62A-7472-1DFE-C56A-A6A6F3141038}"/>
                  </a:ext>
                </a:extLst>
              </p14:cNvPr>
              <p14:cNvContentPartPr/>
              <p14:nvPr/>
            </p14:nvContentPartPr>
            <p14:xfrm>
              <a:off x="7797299" y="5813280"/>
              <a:ext cx="360" cy="82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B4DA62A-7472-1DFE-C56A-A6A6F314103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707299" y="5723280"/>
                <a:ext cx="1800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D0D5C6C-F96B-82D1-5A3E-59CB7FC81C59}"/>
                  </a:ext>
                </a:extLst>
              </p14:cNvPr>
              <p14:cNvContentPartPr/>
              <p14:nvPr/>
            </p14:nvContentPartPr>
            <p14:xfrm>
              <a:off x="8206619" y="6266520"/>
              <a:ext cx="360" cy="3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D0D5C6C-F96B-82D1-5A3E-59CB7FC81C5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16619" y="617652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A40EEDD-30B8-5B33-CC59-46C59DB6945D}"/>
                  </a:ext>
                </a:extLst>
              </p14:cNvPr>
              <p14:cNvContentPartPr/>
              <p14:nvPr/>
            </p14:nvContentPartPr>
            <p14:xfrm>
              <a:off x="8741219" y="5916960"/>
              <a:ext cx="360" cy="3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A40EEDD-30B8-5B33-CC59-46C59DB6945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51219" y="582696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37E6B3E-E07C-6E1E-3A54-691D11AA1C97}"/>
                  </a:ext>
                </a:extLst>
              </p14:cNvPr>
              <p14:cNvContentPartPr/>
              <p14:nvPr/>
            </p14:nvContentPartPr>
            <p14:xfrm>
              <a:off x="8763179" y="4956120"/>
              <a:ext cx="360" cy="3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37E6B3E-E07C-6E1E-3A54-691D11AA1C9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73179" y="486612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3D86095-CC95-6D63-DB9C-3092B88213B7}"/>
                  </a:ext>
                </a:extLst>
              </p14:cNvPr>
              <p14:cNvContentPartPr/>
              <p14:nvPr/>
            </p14:nvContentPartPr>
            <p14:xfrm>
              <a:off x="9254219" y="4431960"/>
              <a:ext cx="360" cy="3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3D86095-CC95-6D63-DB9C-3092B88213B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64219" y="434196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EC30C2E-1B91-8ABA-6EB4-3D9F48138865}"/>
                  </a:ext>
                </a:extLst>
              </p14:cNvPr>
              <p14:cNvContentPartPr/>
              <p14:nvPr/>
            </p14:nvContentPartPr>
            <p14:xfrm>
              <a:off x="9685499" y="4798080"/>
              <a:ext cx="360" cy="3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EC30C2E-1B91-8ABA-6EB4-3D9F4813886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95499" y="470808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462A289-C081-0008-12CB-7EF4F146119C}"/>
                  </a:ext>
                </a:extLst>
              </p14:cNvPr>
              <p14:cNvContentPartPr/>
              <p14:nvPr/>
            </p14:nvContentPartPr>
            <p14:xfrm>
              <a:off x="9680099" y="5944320"/>
              <a:ext cx="360" cy="3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462A289-C081-0008-12CB-7EF4F146119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90099" y="585432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804E956-12B6-772B-D58C-805A5D7DF8EA}"/>
                  </a:ext>
                </a:extLst>
              </p14:cNvPr>
              <p14:cNvContentPartPr/>
              <p14:nvPr/>
            </p14:nvContentPartPr>
            <p14:xfrm>
              <a:off x="9238019" y="6359400"/>
              <a:ext cx="360" cy="3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804E956-12B6-772B-D58C-805A5D7DF8E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48019" y="626940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05BD612-BFB8-B2FF-4529-23312DA94E44}"/>
                  </a:ext>
                </a:extLst>
              </p14:cNvPr>
              <p14:cNvContentPartPr/>
              <p14:nvPr/>
            </p14:nvContentPartPr>
            <p14:xfrm>
              <a:off x="9685499" y="5889960"/>
              <a:ext cx="284400" cy="3499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05BD612-BFB8-B2FF-4529-23312DA94E4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673259" y="5877360"/>
                <a:ext cx="30924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709CD4D-1744-0E12-C1D4-486287B28162}"/>
                  </a:ext>
                </a:extLst>
              </p14:cNvPr>
              <p14:cNvContentPartPr/>
              <p14:nvPr/>
            </p14:nvContentPartPr>
            <p14:xfrm>
              <a:off x="8310299" y="4046040"/>
              <a:ext cx="8280" cy="5119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709CD4D-1744-0E12-C1D4-486287B2816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297699" y="4033800"/>
                <a:ext cx="33120" cy="5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A12B885-1937-D64F-FFCF-BF7578D35B86}"/>
                  </a:ext>
                </a:extLst>
              </p14:cNvPr>
              <p14:cNvContentPartPr/>
              <p14:nvPr/>
            </p14:nvContentPartPr>
            <p14:xfrm>
              <a:off x="7484819" y="4807800"/>
              <a:ext cx="345240" cy="2361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A12B885-1937-D64F-FFCF-BF7578D35B8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472579" y="4795200"/>
                <a:ext cx="37008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93311F8-358E-A0E7-C3DE-23C79274CDA2}"/>
                  </a:ext>
                </a:extLst>
              </p14:cNvPr>
              <p14:cNvContentPartPr/>
              <p14:nvPr/>
            </p14:nvContentPartPr>
            <p14:xfrm>
              <a:off x="7530539" y="5785920"/>
              <a:ext cx="283320" cy="3373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93311F8-358E-A0E7-C3DE-23C79274CDA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517939" y="5773680"/>
                <a:ext cx="30816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9E78911-7428-0864-7691-D3C90FF2BC5A}"/>
                  </a:ext>
                </a:extLst>
              </p14:cNvPr>
              <p14:cNvContentPartPr/>
              <p14:nvPr/>
            </p14:nvContentPartPr>
            <p14:xfrm>
              <a:off x="8244779" y="6271920"/>
              <a:ext cx="24480" cy="3128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9E78911-7428-0864-7691-D3C90FF2BC5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232179" y="6259680"/>
                <a:ext cx="4932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B737338-D252-7BF0-BCD6-15C48E814FCF}"/>
                  </a:ext>
                </a:extLst>
              </p14:cNvPr>
              <p14:cNvContentPartPr/>
              <p14:nvPr/>
            </p14:nvContentPartPr>
            <p14:xfrm>
              <a:off x="7813499" y="1893600"/>
              <a:ext cx="360" cy="3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B737338-D252-7BF0-BCD6-15C48E814FC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723859" y="180360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9C102AB-3F65-9665-F012-3DE1D509A3EF}"/>
                  </a:ext>
                </a:extLst>
              </p14:cNvPr>
              <p14:cNvContentPartPr/>
              <p14:nvPr/>
            </p14:nvContentPartPr>
            <p14:xfrm>
              <a:off x="8375819" y="2515680"/>
              <a:ext cx="360" cy="3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9C102AB-3F65-9665-F012-3DE1D509A3E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285819" y="242604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858B108-F4A0-EEC1-F884-4A6B2BE9ED52}"/>
                  </a:ext>
                </a:extLst>
              </p14:cNvPr>
              <p14:cNvContentPartPr/>
              <p14:nvPr/>
            </p14:nvContentPartPr>
            <p14:xfrm>
              <a:off x="8757779" y="2018880"/>
              <a:ext cx="360" cy="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858B108-F4A0-EEC1-F884-4A6B2BE9ED5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667779" y="192924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8CEAB22-3423-3708-0100-313D5E6CFF1B}"/>
                  </a:ext>
                </a:extLst>
              </p14:cNvPr>
              <p14:cNvContentPartPr/>
              <p14:nvPr/>
            </p14:nvContentPartPr>
            <p14:xfrm>
              <a:off x="8304899" y="2161080"/>
              <a:ext cx="360" cy="3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8CEAB22-3423-3708-0100-313D5E6CFF1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214899" y="207108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0F9FACE-F5AB-6967-25D1-ACC608FCE681}"/>
                  </a:ext>
                </a:extLst>
              </p14:cNvPr>
              <p14:cNvContentPartPr/>
              <p14:nvPr/>
            </p14:nvContentPartPr>
            <p14:xfrm>
              <a:off x="8954339" y="1904400"/>
              <a:ext cx="27720" cy="3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0F9FACE-F5AB-6967-25D1-ACC608FCE68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864339" y="1814400"/>
                <a:ext cx="2073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9717D0D-6DD6-6AE2-091D-22C1445A4291}"/>
                  </a:ext>
                </a:extLst>
              </p14:cNvPr>
              <p14:cNvContentPartPr/>
              <p14:nvPr/>
            </p14:nvContentPartPr>
            <p14:xfrm>
              <a:off x="9336299" y="1680480"/>
              <a:ext cx="360" cy="3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9717D0D-6DD6-6AE2-091D-22C1445A429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246299" y="159084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5D747B6-C6E4-EC05-EE95-23938728F570}"/>
                  </a:ext>
                </a:extLst>
              </p14:cNvPr>
              <p14:cNvContentPartPr/>
              <p14:nvPr/>
            </p14:nvContentPartPr>
            <p14:xfrm>
              <a:off x="9712859" y="2837880"/>
              <a:ext cx="360" cy="3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5D747B6-C6E4-EC05-EE95-23938728F57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622859" y="274824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B7979DB-AA41-3F03-4BE9-597DD4C7FF3F}"/>
                  </a:ext>
                </a:extLst>
              </p14:cNvPr>
              <p14:cNvContentPartPr/>
              <p14:nvPr/>
            </p14:nvContentPartPr>
            <p14:xfrm>
              <a:off x="9745619" y="2215440"/>
              <a:ext cx="360" cy="3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B7979DB-AA41-3F03-4BE9-597DD4C7FF3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655619" y="212580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673789CA-F255-BE7A-62D1-F58B285B78F7}"/>
                  </a:ext>
                </a:extLst>
              </p14:cNvPr>
              <p14:cNvContentPartPr/>
              <p14:nvPr/>
            </p14:nvContentPartPr>
            <p14:xfrm>
              <a:off x="9680099" y="1713240"/>
              <a:ext cx="360" cy="3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673789CA-F255-BE7A-62D1-F58B285B78F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590459" y="162360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2415C71-DDD2-71CC-8793-13EF13B36E14}"/>
                  </a:ext>
                </a:extLst>
              </p14:cNvPr>
              <p14:cNvContentPartPr/>
              <p14:nvPr/>
            </p14:nvContentPartPr>
            <p14:xfrm>
              <a:off x="9685499" y="1145520"/>
              <a:ext cx="360" cy="36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2415C71-DDD2-71CC-8793-13EF13B36E1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595859" y="105552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F21F6C5-6735-F593-ACCB-D41ED8A7E5F4}"/>
                  </a:ext>
                </a:extLst>
              </p14:cNvPr>
              <p14:cNvContentPartPr/>
              <p14:nvPr/>
            </p14:nvContentPartPr>
            <p14:xfrm>
              <a:off x="9407219" y="1467720"/>
              <a:ext cx="360" cy="3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F21F6C5-6735-F593-ACCB-D41ED8A7E5F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317219" y="137772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9BEC3D2-FB76-A49D-CF3E-B006568D0822}"/>
                  </a:ext>
                </a:extLst>
              </p14:cNvPr>
              <p14:cNvContentPartPr/>
              <p14:nvPr/>
            </p14:nvContentPartPr>
            <p14:xfrm>
              <a:off x="9647339" y="823320"/>
              <a:ext cx="360" cy="3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9BEC3D2-FB76-A49D-CF3E-B006568D082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557699" y="73368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CC4D7CC-0C50-E2DD-130C-1761350DE7D6}"/>
                  </a:ext>
                </a:extLst>
              </p14:cNvPr>
              <p14:cNvContentPartPr/>
              <p14:nvPr/>
            </p14:nvContentPartPr>
            <p14:xfrm>
              <a:off x="8359259" y="1571400"/>
              <a:ext cx="15480" cy="3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CC4D7CC-0C50-E2DD-130C-1761350DE7D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269619" y="1481400"/>
                <a:ext cx="1951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9BDAFD9F-8C98-33D9-6759-16FDE2254BEA}"/>
                  </a:ext>
                </a:extLst>
              </p14:cNvPr>
              <p14:cNvContentPartPr/>
              <p14:nvPr/>
            </p14:nvContentPartPr>
            <p14:xfrm>
              <a:off x="8326499" y="1036440"/>
              <a:ext cx="360" cy="3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9BDAFD9F-8C98-33D9-6759-16FDE2254BE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236859" y="94644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14321FAC-D79E-7F39-E459-65708CA5937B}"/>
                  </a:ext>
                </a:extLst>
              </p14:cNvPr>
              <p14:cNvContentPartPr/>
              <p14:nvPr/>
            </p14:nvContentPartPr>
            <p14:xfrm>
              <a:off x="8561219" y="1178280"/>
              <a:ext cx="360" cy="3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14321FAC-D79E-7F39-E459-65708CA5937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471579" y="108828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96A2E13-9DC5-F781-101C-B1644D6CF169}"/>
                  </a:ext>
                </a:extLst>
              </p14:cNvPr>
              <p14:cNvContentPartPr/>
              <p14:nvPr/>
            </p14:nvContentPartPr>
            <p14:xfrm>
              <a:off x="8260979" y="670680"/>
              <a:ext cx="360" cy="3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96A2E13-9DC5-F781-101C-B1644D6CF16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171339" y="58068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A307374A-954F-7C77-F426-C459EDC28CE1}"/>
                  </a:ext>
                </a:extLst>
              </p14:cNvPr>
              <p14:cNvContentPartPr/>
              <p14:nvPr/>
            </p14:nvContentPartPr>
            <p14:xfrm>
              <a:off x="8293739" y="4060800"/>
              <a:ext cx="360" cy="3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A307374A-954F-7C77-F426-C459EDC28CE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204099" y="397116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CD249AA-1436-868A-FE47-E0C498F5CA5D}"/>
                  </a:ext>
                </a:extLst>
              </p14:cNvPr>
              <p14:cNvContentPartPr/>
              <p14:nvPr/>
            </p14:nvContentPartPr>
            <p14:xfrm>
              <a:off x="7426139" y="4825080"/>
              <a:ext cx="360" cy="3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CD249AA-1436-868A-FE47-E0C498F5CA5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336139" y="473544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F2C30018-E40C-00CB-2B3C-6972D94E8D9E}"/>
                  </a:ext>
                </a:extLst>
              </p14:cNvPr>
              <p14:cNvContentPartPr/>
              <p14:nvPr/>
            </p14:nvContentPartPr>
            <p14:xfrm>
              <a:off x="7431539" y="6080760"/>
              <a:ext cx="360" cy="3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F2C30018-E40C-00CB-2B3C-6972D94E8D9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341539" y="599112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26E85EA-E77A-70B0-615E-943EC75ED563}"/>
                  </a:ext>
                </a:extLst>
              </p14:cNvPr>
              <p14:cNvContentPartPr/>
              <p14:nvPr/>
            </p14:nvContentPartPr>
            <p14:xfrm>
              <a:off x="8293739" y="6435720"/>
              <a:ext cx="360" cy="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26E85EA-E77A-70B0-615E-943EC75ED56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204099" y="634608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6B21AA6C-C6AC-25D4-C51C-CE05782D78F5}"/>
                  </a:ext>
                </a:extLst>
              </p14:cNvPr>
              <p14:cNvContentPartPr/>
              <p14:nvPr/>
            </p14:nvContentPartPr>
            <p14:xfrm>
              <a:off x="9904019" y="6217560"/>
              <a:ext cx="360" cy="3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6B21AA6C-C6AC-25D4-C51C-CE05782D78F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814019" y="612756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6520A1B-C064-54FA-6AB7-FACA892B7FEC}"/>
                  </a:ext>
                </a:extLst>
              </p14:cNvPr>
              <p14:cNvContentPartPr/>
              <p14:nvPr/>
            </p14:nvContentPartPr>
            <p14:xfrm>
              <a:off x="10045859" y="4606920"/>
              <a:ext cx="360" cy="3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6520A1B-C064-54FA-6AB7-FACA892B7FE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955859" y="451692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47DD5BE-9371-035B-8DF8-75CB381C9A77}"/>
                  </a:ext>
                </a:extLst>
              </p14:cNvPr>
              <p14:cNvContentPartPr/>
              <p14:nvPr/>
            </p14:nvContentPartPr>
            <p14:xfrm>
              <a:off x="9276179" y="4115520"/>
              <a:ext cx="360" cy="111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47DD5BE-9371-035B-8DF8-75CB381C9A7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186539" y="4025520"/>
                <a:ext cx="1800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3F3AC7A-CAAD-65E8-6F8B-667212D1FD58}"/>
                  </a:ext>
                </a:extLst>
              </p14:cNvPr>
              <p14:cNvContentPartPr/>
              <p14:nvPr/>
            </p14:nvContentPartPr>
            <p14:xfrm>
              <a:off x="7906379" y="4677840"/>
              <a:ext cx="360" cy="3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3F3AC7A-CAAD-65E8-6F8B-667212D1FD5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816379" y="458784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8C489A59-EED3-B852-25AA-3FC3F72A9AF2}"/>
                  </a:ext>
                </a:extLst>
              </p14:cNvPr>
              <p14:cNvContentPartPr/>
              <p14:nvPr/>
            </p14:nvContentPartPr>
            <p14:xfrm>
              <a:off x="7775339" y="5491440"/>
              <a:ext cx="360" cy="3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8C489A59-EED3-B852-25AA-3FC3F72A9AF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685339" y="540144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146D2A70-3BD7-41AE-CB77-9340EB1561CB}"/>
                  </a:ext>
                </a:extLst>
              </p14:cNvPr>
              <p14:cNvContentPartPr/>
              <p14:nvPr/>
            </p14:nvContentPartPr>
            <p14:xfrm>
              <a:off x="7895579" y="6053760"/>
              <a:ext cx="360" cy="3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146D2A70-3BD7-41AE-CB77-9340EB1561C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805579" y="596376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F2AF297-FCAC-6F2D-2CEE-36F30940092F}"/>
                  </a:ext>
                </a:extLst>
              </p14:cNvPr>
              <p14:cNvContentPartPr/>
              <p14:nvPr/>
            </p14:nvContentPartPr>
            <p14:xfrm>
              <a:off x="8359259" y="6059160"/>
              <a:ext cx="360" cy="3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F2AF297-FCAC-6F2D-2CEE-36F30940092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269619" y="596916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C42EE1B3-F9CA-CA1F-AEC2-AF485C415646}"/>
                  </a:ext>
                </a:extLst>
              </p14:cNvPr>
              <p14:cNvContentPartPr/>
              <p14:nvPr/>
            </p14:nvContentPartPr>
            <p14:xfrm>
              <a:off x="8479499" y="4754160"/>
              <a:ext cx="360" cy="3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C42EE1B3-F9CA-CA1F-AEC2-AF485C41564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389499" y="466452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6A95DDA-D21C-1AF3-369E-169BD08D9128}"/>
                  </a:ext>
                </a:extLst>
              </p14:cNvPr>
              <p14:cNvContentPartPr/>
              <p14:nvPr/>
            </p14:nvContentPartPr>
            <p14:xfrm>
              <a:off x="8768579" y="5420160"/>
              <a:ext cx="360" cy="3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6A95DDA-D21C-1AF3-369E-169BD08D912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678939" y="533052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C6925D28-0658-E348-72BB-C1775C302894}"/>
                  </a:ext>
                </a:extLst>
              </p14:cNvPr>
              <p14:cNvContentPartPr/>
              <p14:nvPr/>
            </p14:nvContentPartPr>
            <p14:xfrm>
              <a:off x="8872259" y="6179040"/>
              <a:ext cx="360" cy="3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C6925D28-0658-E348-72BB-C1775C30289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782619" y="608940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0BD4B86-C1D6-6743-3BB3-4E78AF7423F6}"/>
                  </a:ext>
                </a:extLst>
              </p14:cNvPr>
              <p14:cNvContentPartPr/>
              <p14:nvPr/>
            </p14:nvContentPartPr>
            <p14:xfrm>
              <a:off x="9658139" y="5502240"/>
              <a:ext cx="360" cy="3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0BD4B86-C1D6-6743-3BB3-4E78AF7423F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568499" y="541224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BCA9576A-3125-7EB0-4973-03CA84A3C602}"/>
                  </a:ext>
                </a:extLst>
              </p14:cNvPr>
              <p14:cNvContentPartPr/>
              <p14:nvPr/>
            </p14:nvContentPartPr>
            <p14:xfrm>
              <a:off x="9385259" y="4579560"/>
              <a:ext cx="49320" cy="57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BCA9576A-3125-7EB0-4973-03CA84A3C60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295619" y="4489560"/>
                <a:ext cx="2289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D089567-B292-B517-00A4-0D9EC9944886}"/>
                  </a:ext>
                </a:extLst>
              </p14:cNvPr>
              <p14:cNvContentPartPr/>
              <p14:nvPr/>
            </p14:nvContentPartPr>
            <p14:xfrm>
              <a:off x="8916179" y="4699800"/>
              <a:ext cx="360" cy="3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D089567-B292-B517-00A4-0D9EC994488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826179" y="4609800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00490F5-9B2E-CA97-ED84-E0255A5F337B}"/>
                  </a:ext>
                </a:extLst>
              </p14:cNvPr>
              <p14:cNvContentPartPr/>
              <p14:nvPr/>
            </p14:nvContentPartPr>
            <p14:xfrm>
              <a:off x="7980899" y="4546800"/>
              <a:ext cx="324000" cy="950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00490F5-9B2E-CA97-ED84-E0255A5F337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972259" y="4537800"/>
                <a:ext cx="34164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0C2A069-8CC3-DE82-793F-8DCE1294A913}"/>
                  </a:ext>
                </a:extLst>
              </p14:cNvPr>
              <p14:cNvContentPartPr/>
              <p14:nvPr/>
            </p14:nvContentPartPr>
            <p14:xfrm>
              <a:off x="7775339" y="5038200"/>
              <a:ext cx="19080" cy="4748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0C2A069-8CC3-DE82-793F-8DCE1294A91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762739" y="5025600"/>
                <a:ext cx="43920" cy="49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CD47CDB0-004B-AFE4-3418-CC84D49A43EA}"/>
                  </a:ext>
                </a:extLst>
              </p14:cNvPr>
              <p14:cNvContentPartPr/>
              <p14:nvPr/>
            </p14:nvContentPartPr>
            <p14:xfrm>
              <a:off x="7797299" y="5813280"/>
              <a:ext cx="81000" cy="2379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CD47CDB0-004B-AFE4-3418-CC84D49A43E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784699" y="5801040"/>
                <a:ext cx="1058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B99E3F3D-CFAB-4C38-8F17-F2942557F0DD}"/>
                  </a:ext>
                </a:extLst>
              </p14:cNvPr>
              <p14:cNvContentPartPr/>
              <p14:nvPr/>
            </p14:nvContentPartPr>
            <p14:xfrm>
              <a:off x="8217419" y="6009840"/>
              <a:ext cx="116280" cy="2458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B99E3F3D-CFAB-4C38-8F17-F2942557F0D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204819" y="5997600"/>
                <a:ext cx="1411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958813F-5FCD-09CD-DA58-02F0DE056003}"/>
                  </a:ext>
                </a:extLst>
              </p14:cNvPr>
              <p14:cNvContentPartPr/>
              <p14:nvPr/>
            </p14:nvContentPartPr>
            <p14:xfrm>
              <a:off x="8514059" y="4744440"/>
              <a:ext cx="271440" cy="71424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958813F-5FCD-09CD-DA58-02F0DE056003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501459" y="4731846"/>
                <a:ext cx="296280" cy="7390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5725A7E-B62B-6C90-EDD4-8E19396D9556}"/>
                  </a:ext>
                </a:extLst>
              </p14:cNvPr>
              <p14:cNvContentPartPr/>
              <p14:nvPr/>
            </p14:nvContentPartPr>
            <p14:xfrm>
              <a:off x="8795939" y="6006240"/>
              <a:ext cx="453960" cy="2793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5725A7E-B62B-6C90-EDD4-8E19396D955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783349" y="5993640"/>
                <a:ext cx="47878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D3DAD77-DDA6-6B1F-7322-4FF5492BB41E}"/>
                  </a:ext>
                </a:extLst>
              </p14:cNvPr>
              <p14:cNvContentPartPr/>
              <p14:nvPr/>
            </p14:nvContentPartPr>
            <p14:xfrm>
              <a:off x="8932379" y="4142880"/>
              <a:ext cx="1088280" cy="7063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D3DAD77-DDA6-6B1F-7322-4FF5492BB41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920139" y="4130640"/>
                <a:ext cx="111312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20A8B530-71BA-3104-B998-6BBC6DF5D239}"/>
                  </a:ext>
                </a:extLst>
              </p14:cNvPr>
              <p14:cNvContentPartPr/>
              <p14:nvPr/>
            </p14:nvContentPartPr>
            <p14:xfrm>
              <a:off x="9702059" y="5452920"/>
              <a:ext cx="7920" cy="4258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20A8B530-71BA-3104-B998-6BBC6DF5D239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689459" y="5440680"/>
                <a:ext cx="3276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1B127E4-17D9-1567-F407-D0AC1757D2FE}"/>
                  </a:ext>
                </a:extLst>
              </p14:cNvPr>
              <p14:cNvContentPartPr/>
              <p14:nvPr/>
            </p14:nvContentPartPr>
            <p14:xfrm>
              <a:off x="7653687" y="490815"/>
              <a:ext cx="358200" cy="6080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1B127E4-17D9-1567-F407-D0AC1757D2F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641087" y="478575"/>
                <a:ext cx="383040" cy="63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E3FC329E-9BC5-854E-C785-8FCD92D80127}"/>
                  </a:ext>
                </a:extLst>
              </p14:cNvPr>
              <p14:cNvContentPartPr/>
              <p14:nvPr/>
            </p14:nvContentPartPr>
            <p14:xfrm>
              <a:off x="8726847" y="2528055"/>
              <a:ext cx="769680" cy="4521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E3FC329E-9BC5-854E-C785-8FCD92D8012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714247" y="2515455"/>
                <a:ext cx="79452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26A6F4A8-3FC0-CB65-C417-629BD3535CAA}"/>
                  </a:ext>
                </a:extLst>
              </p14:cNvPr>
              <p14:cNvContentPartPr/>
              <p14:nvPr/>
            </p14:nvContentPartPr>
            <p14:xfrm>
              <a:off x="7731087" y="493335"/>
              <a:ext cx="360" cy="3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26A6F4A8-3FC0-CB65-C417-629BD3535C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41447" y="403695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02C495B-C96C-EAAF-FF92-F2206DDDABDE}"/>
                  </a:ext>
                </a:extLst>
              </p14:cNvPr>
              <p14:cNvContentPartPr/>
              <p14:nvPr/>
            </p14:nvContentPartPr>
            <p14:xfrm>
              <a:off x="8941047" y="2989575"/>
              <a:ext cx="360" cy="3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02C495B-C96C-EAAF-FF92-F2206DDDAB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51047" y="2899575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DDAF2C8-8B9E-0DF5-6660-D37012963B39}"/>
                  </a:ext>
                </a:extLst>
              </p14:cNvPr>
              <p14:cNvContentPartPr/>
              <p14:nvPr/>
            </p14:nvContentPartPr>
            <p14:xfrm>
              <a:off x="9482847" y="2579895"/>
              <a:ext cx="9360" cy="93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DDAF2C8-8B9E-0DF5-6660-D37012963B39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392847" y="2489895"/>
                <a:ext cx="18936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6B570E1-5DC3-0CE5-F533-2FE882E7A46A}"/>
                  </a:ext>
                </a:extLst>
              </p14:cNvPr>
              <p14:cNvContentPartPr/>
              <p14:nvPr/>
            </p14:nvContentPartPr>
            <p14:xfrm>
              <a:off x="8739447" y="2718495"/>
              <a:ext cx="360" cy="3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6B570E1-5DC3-0CE5-F533-2FE882E7A46A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649447" y="2628495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FAC5E2B-A4FD-C77A-C27F-530575DF7FCC}"/>
                  </a:ext>
                </a:extLst>
              </p14:cNvPr>
              <p14:cNvContentPartPr/>
              <p14:nvPr/>
            </p14:nvContentPartPr>
            <p14:xfrm>
              <a:off x="7794087" y="1073295"/>
              <a:ext cx="360" cy="3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FAC5E2B-A4FD-C77A-C27F-530575DF7FC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704447" y="983655"/>
                <a:ext cx="180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2F4B1D61-6D3B-CB43-7300-24454800CB4C}"/>
                  </a:ext>
                </a:extLst>
              </p14:cNvPr>
              <p14:cNvContentPartPr/>
              <p14:nvPr/>
            </p14:nvContentPartPr>
            <p14:xfrm>
              <a:off x="7932687" y="575415"/>
              <a:ext cx="360" cy="3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2F4B1D61-6D3B-CB43-7300-24454800CB4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843047" y="485415"/>
                <a:ext cx="180000" cy="180000"/>
              </a:xfrm>
              <a:prstGeom prst="rect">
                <a:avLst/>
              </a:prstGeom>
            </p:spPr>
          </p:pic>
        </mc:Fallback>
      </mc:AlternateContent>
      <p:sp>
        <p:nvSpPr>
          <p:cNvPr id="142" name="TextBox 141">
            <a:extLst>
              <a:ext uri="{FF2B5EF4-FFF2-40B4-BE49-F238E27FC236}">
                <a16:creationId xmlns:a16="http://schemas.microsoft.com/office/drawing/2014/main" id="{2B1E80D8-737D-F673-FD1C-E3491AFE1CEF}"/>
              </a:ext>
            </a:extLst>
          </p:cNvPr>
          <p:cNvSpPr txBox="1"/>
          <p:nvPr/>
        </p:nvSpPr>
        <p:spPr>
          <a:xfrm>
            <a:off x="5731719" y="774785"/>
            <a:ext cx="17757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Liquid water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10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19026EC-D67A-69C0-0CED-43C88C48FD7A}"/>
              </a:ext>
            </a:extLst>
          </p:cNvPr>
          <p:cNvSpPr txBox="1"/>
          <p:nvPr/>
        </p:nvSpPr>
        <p:spPr>
          <a:xfrm>
            <a:off x="5788623" y="3969330"/>
            <a:ext cx="17757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Solid</a:t>
            </a:r>
          </a:p>
          <a:p>
            <a:pPr algn="l"/>
            <a:r>
              <a:rPr lang="en-US" sz="2400" dirty="0"/>
              <a:t>Ice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9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A8F120F-8E6D-5CC9-6DEC-DDA29BFAB348}"/>
              </a:ext>
            </a:extLst>
          </p:cNvPr>
          <p:cNvSpPr txBox="1"/>
          <p:nvPr/>
        </p:nvSpPr>
        <p:spPr>
          <a:xfrm>
            <a:off x="3146552" y="4594320"/>
            <a:ext cx="1828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9 &lt; 10 so ice must be less dense </a:t>
            </a:r>
            <a:r>
              <a:rPr lang="en-US" sz="2400"/>
              <a:t>than water.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0520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Why ice is less  dense than water</vt:lpstr>
      <vt:lpstr>Proof:</vt:lpstr>
      <vt:lpstr>Why: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ice is less  dense than water</dc:title>
  <dc:creator>Zolwer Vehonsky</dc:creator>
  <cp:lastModifiedBy>Zolwer Vehonsky</cp:lastModifiedBy>
  <cp:revision>7</cp:revision>
  <dcterms:created xsi:type="dcterms:W3CDTF">2025-12-13T00:49:55Z</dcterms:created>
  <dcterms:modified xsi:type="dcterms:W3CDTF">2025-12-13T02:48:28Z</dcterms:modified>
</cp:coreProperties>
</file>